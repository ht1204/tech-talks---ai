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7" r:id="rId4"/>
    <p:sldId id="268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C34118-40AE-447E-AAAE-D1D18972031A}" v="624" dt="2024-10-29T19:23:45.417"/>
    <p1510:client id="{EEA5C15C-8C2D-4A19-9B37-F48071F69D8D}" v="7" dt="2024-10-29T03:16:27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Triana Lopez" userId="lNhGNRoEKTjvpZNftWYK8DHNXS2CM1UtyBegtxjJlqY=" providerId="None" clId="Web-{EC4159DB-0C9B-4E53-9E96-FBC75B52D2D8}"/>
    <pc:docChg chg="addSld modSld addMainMaster delMainMaster">
      <pc:chgData name="Hector Triana Lopez" userId="lNhGNRoEKTjvpZNftWYK8DHNXS2CM1UtyBegtxjJlqY=" providerId="None" clId="Web-{EC4159DB-0C9B-4E53-9E96-FBC75B52D2D8}" dt="2024-10-18T03:42:25.868" v="518"/>
      <pc:docMkLst>
        <pc:docMk/>
      </pc:docMkLst>
      <pc:sldChg chg="addSp delSp modSp mod modClrScheme chgLayout">
        <pc:chgData name="Hector Triana Lopez" userId="lNhGNRoEKTjvpZNftWYK8DHNXS2CM1UtyBegtxjJlqY=" providerId="None" clId="Web-{EC4159DB-0C9B-4E53-9E96-FBC75B52D2D8}" dt="2024-10-18T03:00:05.447" v="46"/>
        <pc:sldMkLst>
          <pc:docMk/>
          <pc:sldMk cId="109857222" sldId="256"/>
        </pc:sldMkLst>
        <pc:spChg chg="del">
          <ac:chgData name="Hector Triana Lopez" userId="lNhGNRoEKTjvpZNftWYK8DHNXS2CM1UtyBegtxjJlqY=" providerId="None" clId="Web-{EC4159DB-0C9B-4E53-9E96-FBC75B52D2D8}" dt="2024-10-18T02:55:59.203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Hector Triana Lopez" userId="lNhGNRoEKTjvpZNftWYK8DHNXS2CM1UtyBegtxjJlqY=" providerId="None" clId="Web-{EC4159DB-0C9B-4E53-9E96-FBC75B52D2D8}" dt="2024-10-18T02:56:01.063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Hector Triana Lopez" userId="lNhGNRoEKTjvpZNftWYK8DHNXS2CM1UtyBegtxjJlqY=" providerId="None" clId="Web-{EC4159DB-0C9B-4E53-9E96-FBC75B52D2D8}" dt="2024-10-18T02:57:21.270" v="41" actId="20577"/>
          <ac:spMkLst>
            <pc:docMk/>
            <pc:sldMk cId="109857222" sldId="256"/>
            <ac:spMk id="5" creationId="{524E7710-9BBE-3049-927A-5CB8DFA4FBE4}"/>
          </ac:spMkLst>
        </pc:spChg>
        <pc:picChg chg="add mod">
          <ac:chgData name="Hector Triana Lopez" userId="lNhGNRoEKTjvpZNftWYK8DHNXS2CM1UtyBegtxjJlqY=" providerId="None" clId="Web-{EC4159DB-0C9B-4E53-9E96-FBC75B52D2D8}" dt="2024-10-18T02:56:04.938" v="3" actId="1076"/>
          <ac:picMkLst>
            <pc:docMk/>
            <pc:sldMk cId="109857222" sldId="256"/>
            <ac:picMk id="4" creationId="{E7736100-1C19-0470-B7C9-75FF9FCF02A0}"/>
          </ac:picMkLst>
        </pc:picChg>
      </pc:sldChg>
      <pc:sldChg chg="addSp delSp modSp new mod modClrScheme chgLayout">
        <pc:chgData name="Hector Triana Lopez" userId="lNhGNRoEKTjvpZNftWYK8DHNXS2CM1UtyBegtxjJlqY=" providerId="None" clId="Web-{EC4159DB-0C9B-4E53-9E96-FBC75B52D2D8}" dt="2024-10-18T03:02:59.240" v="80" actId="1076"/>
        <pc:sldMkLst>
          <pc:docMk/>
          <pc:sldMk cId="205415128" sldId="257"/>
        </pc:sldMkLst>
        <pc:spChg chg="del">
          <ac:chgData name="Hector Triana Lopez" userId="lNhGNRoEKTjvpZNftWYK8DHNXS2CM1UtyBegtxjJlqY=" providerId="None" clId="Web-{EC4159DB-0C9B-4E53-9E96-FBC75B52D2D8}" dt="2024-10-18T02:57:58.662" v="43"/>
          <ac:spMkLst>
            <pc:docMk/>
            <pc:sldMk cId="205415128" sldId="257"/>
            <ac:spMk id="2" creationId="{977F2881-6B19-760D-3554-A0A1F849B177}"/>
          </ac:spMkLst>
        </pc:spChg>
        <pc:spChg chg="del">
          <ac:chgData name="Hector Triana Lopez" userId="lNhGNRoEKTjvpZNftWYK8DHNXS2CM1UtyBegtxjJlqY=" providerId="None" clId="Web-{EC4159DB-0C9B-4E53-9E96-FBC75B52D2D8}" dt="2024-10-18T02:58:00.850" v="44"/>
          <ac:spMkLst>
            <pc:docMk/>
            <pc:sldMk cId="205415128" sldId="257"/>
            <ac:spMk id="3" creationId="{AB7D7ABF-05B3-FB5D-4AD8-9F605D71B664}"/>
          </ac:spMkLst>
        </pc:spChg>
        <pc:spChg chg="add mod">
          <ac:chgData name="Hector Triana Lopez" userId="lNhGNRoEKTjvpZNftWYK8DHNXS2CM1UtyBegtxjJlqY=" providerId="None" clId="Web-{EC4159DB-0C9B-4E53-9E96-FBC75B52D2D8}" dt="2024-10-18T03:02:14.880" v="62" actId="1076"/>
          <ac:spMkLst>
            <pc:docMk/>
            <pc:sldMk cId="205415128" sldId="257"/>
            <ac:spMk id="4" creationId="{23BD9D59-B0B6-F06D-D922-AAA3AA001612}"/>
          </ac:spMkLst>
        </pc:spChg>
        <pc:spChg chg="add mod">
          <ac:chgData name="Hector Triana Lopez" userId="lNhGNRoEKTjvpZNftWYK8DHNXS2CM1UtyBegtxjJlqY=" providerId="None" clId="Web-{EC4159DB-0C9B-4E53-9E96-FBC75B52D2D8}" dt="2024-10-18T03:02:53.818" v="78" actId="20577"/>
          <ac:spMkLst>
            <pc:docMk/>
            <pc:sldMk cId="205415128" sldId="257"/>
            <ac:spMk id="5" creationId="{A47A22CD-F09D-AE5F-9D39-CFCC3F8EFC9B}"/>
          </ac:spMkLst>
        </pc:spChg>
        <pc:picChg chg="add mod">
          <ac:chgData name="Hector Triana Lopez" userId="lNhGNRoEKTjvpZNftWYK8DHNXS2CM1UtyBegtxjJlqY=" providerId="None" clId="Web-{EC4159DB-0C9B-4E53-9E96-FBC75B52D2D8}" dt="2024-10-18T03:02:59.240" v="80" actId="1076"/>
          <ac:picMkLst>
            <pc:docMk/>
            <pc:sldMk cId="205415128" sldId="257"/>
            <ac:picMk id="6" creationId="{0658E172-0992-C5E4-1FF4-B5D3950F589A}"/>
          </ac:picMkLst>
        </pc:picChg>
      </pc:sldChg>
      <pc:sldChg chg="addSp modSp new">
        <pc:chgData name="Hector Triana Lopez" userId="lNhGNRoEKTjvpZNftWYK8DHNXS2CM1UtyBegtxjJlqY=" providerId="None" clId="Web-{EC4159DB-0C9B-4E53-9E96-FBC75B52D2D8}" dt="2024-10-18T03:06:43.482" v="114" actId="1076"/>
        <pc:sldMkLst>
          <pc:docMk/>
          <pc:sldMk cId="2423518267" sldId="258"/>
        </pc:sldMkLst>
        <pc:spChg chg="add mod">
          <ac:chgData name="Hector Triana Lopez" userId="lNhGNRoEKTjvpZNftWYK8DHNXS2CM1UtyBegtxjJlqY=" providerId="None" clId="Web-{EC4159DB-0C9B-4E53-9E96-FBC75B52D2D8}" dt="2024-10-18T03:05:29.651" v="100" actId="1076"/>
          <ac:spMkLst>
            <pc:docMk/>
            <pc:sldMk cId="2423518267" sldId="258"/>
            <ac:spMk id="4" creationId="{E7409DC5-F417-C79E-B569-117BA56F35E6}"/>
          </ac:spMkLst>
        </pc:spChg>
        <pc:spChg chg="add mod">
          <ac:chgData name="Hector Triana Lopez" userId="lNhGNRoEKTjvpZNftWYK8DHNXS2CM1UtyBegtxjJlqY=" providerId="None" clId="Web-{EC4159DB-0C9B-4E53-9E96-FBC75B52D2D8}" dt="2024-10-18T03:06:17.403" v="108" actId="1076"/>
          <ac:spMkLst>
            <pc:docMk/>
            <pc:sldMk cId="2423518267" sldId="258"/>
            <ac:spMk id="5" creationId="{AE41CB5C-18DE-AEBB-10E7-9412C23A1F27}"/>
          </ac:spMkLst>
        </pc:spChg>
        <pc:picChg chg="add mod">
          <ac:chgData name="Hector Triana Lopez" userId="lNhGNRoEKTjvpZNftWYK8DHNXS2CM1UtyBegtxjJlqY=" providerId="None" clId="Web-{EC4159DB-0C9B-4E53-9E96-FBC75B52D2D8}" dt="2024-10-18T03:06:41.419" v="113" actId="1076"/>
          <ac:picMkLst>
            <pc:docMk/>
            <pc:sldMk cId="2423518267" sldId="258"/>
            <ac:picMk id="2" creationId="{F2B030FD-AC4C-0154-1CD2-70BF28D94A00}"/>
          </ac:picMkLst>
        </pc:picChg>
        <pc:picChg chg="add mod">
          <ac:chgData name="Hector Triana Lopez" userId="lNhGNRoEKTjvpZNftWYK8DHNXS2CM1UtyBegtxjJlqY=" providerId="None" clId="Web-{EC4159DB-0C9B-4E53-9E96-FBC75B52D2D8}" dt="2024-10-18T03:06:43.482" v="114" actId="1076"/>
          <ac:picMkLst>
            <pc:docMk/>
            <pc:sldMk cId="2423518267" sldId="258"/>
            <ac:picMk id="3" creationId="{BDBD9C9C-DF6F-DFA6-1EFE-12F37E6E7BD8}"/>
          </ac:picMkLst>
        </pc:picChg>
      </pc:sldChg>
      <pc:sldChg chg="addSp modSp new">
        <pc:chgData name="Hector Triana Lopez" userId="lNhGNRoEKTjvpZNftWYK8DHNXS2CM1UtyBegtxjJlqY=" providerId="None" clId="Web-{EC4159DB-0C9B-4E53-9E96-FBC75B52D2D8}" dt="2024-10-18T03:11:16.678" v="184" actId="1076"/>
        <pc:sldMkLst>
          <pc:docMk/>
          <pc:sldMk cId="2177410942" sldId="259"/>
        </pc:sldMkLst>
        <pc:spChg chg="add mod">
          <ac:chgData name="Hector Triana Lopez" userId="lNhGNRoEKTjvpZNftWYK8DHNXS2CM1UtyBegtxjJlqY=" providerId="None" clId="Web-{EC4159DB-0C9B-4E53-9E96-FBC75B52D2D8}" dt="2024-10-18T03:09:45.550" v="165"/>
          <ac:spMkLst>
            <pc:docMk/>
            <pc:sldMk cId="2177410942" sldId="259"/>
            <ac:spMk id="2" creationId="{0E9E773C-F16D-954C-8B74-9BBBC8E34DBE}"/>
          </ac:spMkLst>
        </pc:spChg>
        <pc:spChg chg="add mod">
          <ac:chgData name="Hector Triana Lopez" userId="lNhGNRoEKTjvpZNftWYK8DHNXS2CM1UtyBegtxjJlqY=" providerId="None" clId="Web-{EC4159DB-0C9B-4E53-9E96-FBC75B52D2D8}" dt="2024-10-18T03:11:15.568" v="183" actId="1076"/>
          <ac:spMkLst>
            <pc:docMk/>
            <pc:sldMk cId="2177410942" sldId="259"/>
            <ac:spMk id="4" creationId="{00DC6913-AF25-CDCC-1372-C0EF36C72115}"/>
          </ac:spMkLst>
        </pc:spChg>
        <pc:picChg chg="add mod">
          <ac:chgData name="Hector Triana Lopez" userId="lNhGNRoEKTjvpZNftWYK8DHNXS2CM1UtyBegtxjJlqY=" providerId="None" clId="Web-{EC4159DB-0C9B-4E53-9E96-FBC75B52D2D8}" dt="2024-10-18T03:11:16.678" v="184" actId="1076"/>
          <ac:picMkLst>
            <pc:docMk/>
            <pc:sldMk cId="2177410942" sldId="259"/>
            <ac:picMk id="3" creationId="{5BAB3CE8-FA8B-0374-6665-9E094001A5F0}"/>
          </ac:picMkLst>
        </pc:picChg>
      </pc:sldChg>
      <pc:sldChg chg="addSp modSp new">
        <pc:chgData name="Hector Triana Lopez" userId="lNhGNRoEKTjvpZNftWYK8DHNXS2CM1UtyBegtxjJlqY=" providerId="None" clId="Web-{EC4159DB-0C9B-4E53-9E96-FBC75B52D2D8}" dt="2024-10-18T03:24:47.192" v="221" actId="1076"/>
        <pc:sldMkLst>
          <pc:docMk/>
          <pc:sldMk cId="3446434520" sldId="260"/>
        </pc:sldMkLst>
        <pc:spChg chg="add mod">
          <ac:chgData name="Hector Triana Lopez" userId="lNhGNRoEKTjvpZNftWYK8DHNXS2CM1UtyBegtxjJlqY=" providerId="None" clId="Web-{EC4159DB-0C9B-4E53-9E96-FBC75B52D2D8}" dt="2024-10-18T03:12:22.742" v="194" actId="20577"/>
          <ac:spMkLst>
            <pc:docMk/>
            <pc:sldMk cId="3446434520" sldId="260"/>
            <ac:spMk id="2" creationId="{53F6117F-E69D-3BDF-0FDD-0A88CF949B86}"/>
          </ac:spMkLst>
        </pc:spChg>
        <pc:spChg chg="add mod">
          <ac:chgData name="Hector Triana Lopez" userId="lNhGNRoEKTjvpZNftWYK8DHNXS2CM1UtyBegtxjJlqY=" providerId="None" clId="Web-{EC4159DB-0C9B-4E53-9E96-FBC75B52D2D8}" dt="2024-10-18T03:24:47.192" v="221" actId="1076"/>
          <ac:spMkLst>
            <pc:docMk/>
            <pc:sldMk cId="3446434520" sldId="260"/>
            <ac:spMk id="5" creationId="{5EA0F0E4-3FC5-4455-C4A2-0D351A0520FB}"/>
          </ac:spMkLst>
        </pc:spChg>
        <pc:picChg chg="add mod">
          <ac:chgData name="Hector Triana Lopez" userId="lNhGNRoEKTjvpZNftWYK8DHNXS2CM1UtyBegtxjJlqY=" providerId="None" clId="Web-{EC4159DB-0C9B-4E53-9E96-FBC75B52D2D8}" dt="2024-10-18T03:13:55.526" v="198" actId="1076"/>
          <ac:picMkLst>
            <pc:docMk/>
            <pc:sldMk cId="3446434520" sldId="260"/>
            <ac:picMk id="3" creationId="{F569A88F-B6F8-6EC6-2750-C84007FE75D5}"/>
          </ac:picMkLst>
        </pc:picChg>
        <pc:picChg chg="add mod">
          <ac:chgData name="Hector Triana Lopez" userId="lNhGNRoEKTjvpZNftWYK8DHNXS2CM1UtyBegtxjJlqY=" providerId="None" clId="Web-{EC4159DB-0C9B-4E53-9E96-FBC75B52D2D8}" dt="2024-10-18T03:14:44.481" v="202" actId="14100"/>
          <ac:picMkLst>
            <pc:docMk/>
            <pc:sldMk cId="3446434520" sldId="260"/>
            <ac:picMk id="4" creationId="{E2F2DD8E-53A6-ABF1-07C7-FF380F079A12}"/>
          </ac:picMkLst>
        </pc:picChg>
      </pc:sldChg>
      <pc:sldChg chg="addSp modSp new">
        <pc:chgData name="Hector Triana Lopez" userId="lNhGNRoEKTjvpZNftWYK8DHNXS2CM1UtyBegtxjJlqY=" providerId="None" clId="Web-{EC4159DB-0C9B-4E53-9E96-FBC75B52D2D8}" dt="2024-10-18T03:31:17.173" v="266" actId="14100"/>
        <pc:sldMkLst>
          <pc:docMk/>
          <pc:sldMk cId="2448954374" sldId="261"/>
        </pc:sldMkLst>
        <pc:spChg chg="add mod">
          <ac:chgData name="Hector Triana Lopez" userId="lNhGNRoEKTjvpZNftWYK8DHNXS2CM1UtyBegtxjJlqY=" providerId="None" clId="Web-{EC4159DB-0C9B-4E53-9E96-FBC75B52D2D8}" dt="2024-10-18T03:26:25.179" v="230" actId="20577"/>
          <ac:spMkLst>
            <pc:docMk/>
            <pc:sldMk cId="2448954374" sldId="261"/>
            <ac:spMk id="2" creationId="{C2DF9E11-F798-ACD3-2E76-1259C1D5911C}"/>
          </ac:spMkLst>
        </pc:spChg>
        <pc:spChg chg="add mod">
          <ac:chgData name="Hector Triana Lopez" userId="lNhGNRoEKTjvpZNftWYK8DHNXS2CM1UtyBegtxjJlqY=" providerId="None" clId="Web-{EC4159DB-0C9B-4E53-9E96-FBC75B52D2D8}" dt="2024-10-18T03:31:14.298" v="264" actId="1076"/>
          <ac:spMkLst>
            <pc:docMk/>
            <pc:sldMk cId="2448954374" sldId="261"/>
            <ac:spMk id="3" creationId="{204244AB-2BB5-6F2A-6309-6D4017E91914}"/>
          </ac:spMkLst>
        </pc:spChg>
        <pc:picChg chg="add mod">
          <ac:chgData name="Hector Triana Lopez" userId="lNhGNRoEKTjvpZNftWYK8DHNXS2CM1UtyBegtxjJlqY=" providerId="None" clId="Web-{EC4159DB-0C9B-4E53-9E96-FBC75B52D2D8}" dt="2024-10-18T03:30:22.265" v="259" actId="1076"/>
          <ac:picMkLst>
            <pc:docMk/>
            <pc:sldMk cId="2448954374" sldId="261"/>
            <ac:picMk id="4" creationId="{122AB780-F627-AB1E-441F-1A7840589BBC}"/>
          </ac:picMkLst>
        </pc:picChg>
        <pc:picChg chg="add mod">
          <ac:chgData name="Hector Triana Lopez" userId="lNhGNRoEKTjvpZNftWYK8DHNXS2CM1UtyBegtxjJlqY=" providerId="None" clId="Web-{EC4159DB-0C9B-4E53-9E96-FBC75B52D2D8}" dt="2024-10-18T03:30:45.735" v="261" actId="1076"/>
          <ac:picMkLst>
            <pc:docMk/>
            <pc:sldMk cId="2448954374" sldId="261"/>
            <ac:picMk id="5" creationId="{7FF10CD5-D47B-0E67-C23C-225F5080B938}"/>
          </ac:picMkLst>
        </pc:picChg>
        <pc:picChg chg="add mod">
          <ac:chgData name="Hector Triana Lopez" userId="lNhGNRoEKTjvpZNftWYK8DHNXS2CM1UtyBegtxjJlqY=" providerId="None" clId="Web-{EC4159DB-0C9B-4E53-9E96-FBC75B52D2D8}" dt="2024-10-18T03:31:17.173" v="266" actId="14100"/>
          <ac:picMkLst>
            <pc:docMk/>
            <pc:sldMk cId="2448954374" sldId="261"/>
            <ac:picMk id="6" creationId="{A75BE47E-410F-0C64-D663-6DF607657B02}"/>
          </ac:picMkLst>
        </pc:picChg>
      </pc:sldChg>
      <pc:sldChg chg="addSp modSp new">
        <pc:chgData name="Hector Triana Lopez" userId="lNhGNRoEKTjvpZNftWYK8DHNXS2CM1UtyBegtxjJlqY=" providerId="None" clId="Web-{EC4159DB-0C9B-4E53-9E96-FBC75B52D2D8}" dt="2024-10-18T03:39:01.705" v="431" actId="1076"/>
        <pc:sldMkLst>
          <pc:docMk/>
          <pc:sldMk cId="303365160" sldId="262"/>
        </pc:sldMkLst>
        <pc:spChg chg="add mod">
          <ac:chgData name="Hector Triana Lopez" userId="lNhGNRoEKTjvpZNftWYK8DHNXS2CM1UtyBegtxjJlqY=" providerId="None" clId="Web-{EC4159DB-0C9B-4E53-9E96-FBC75B52D2D8}" dt="2024-10-18T03:32:12.441" v="273" actId="20577"/>
          <ac:spMkLst>
            <pc:docMk/>
            <pc:sldMk cId="303365160" sldId="262"/>
            <ac:spMk id="2" creationId="{7F6CEE9E-CA3F-07DE-7992-5C5404490F37}"/>
          </ac:spMkLst>
        </pc:spChg>
        <pc:spChg chg="add mod">
          <ac:chgData name="Hector Triana Lopez" userId="lNhGNRoEKTjvpZNftWYK8DHNXS2CM1UtyBegtxjJlqY=" providerId="None" clId="Web-{EC4159DB-0C9B-4E53-9E96-FBC75B52D2D8}" dt="2024-10-18T03:39:01.705" v="431" actId="1076"/>
          <ac:spMkLst>
            <pc:docMk/>
            <pc:sldMk cId="303365160" sldId="262"/>
            <ac:spMk id="3" creationId="{15A950E1-B4D4-A06B-19A4-15B9FFB5788A}"/>
          </ac:spMkLst>
        </pc:spChg>
      </pc:sldChg>
      <pc:sldChg chg="addSp modSp new">
        <pc:chgData name="Hector Triana Lopez" userId="lNhGNRoEKTjvpZNftWYK8DHNXS2CM1UtyBegtxjJlqY=" providerId="None" clId="Web-{EC4159DB-0C9B-4E53-9E96-FBC75B52D2D8}" dt="2024-10-18T03:41:17.694" v="516" actId="14100"/>
        <pc:sldMkLst>
          <pc:docMk/>
          <pc:sldMk cId="3541783162" sldId="263"/>
        </pc:sldMkLst>
        <pc:spChg chg="add mod">
          <ac:chgData name="Hector Triana Lopez" userId="lNhGNRoEKTjvpZNftWYK8DHNXS2CM1UtyBegtxjJlqY=" providerId="None" clId="Web-{EC4159DB-0C9B-4E53-9E96-FBC75B52D2D8}" dt="2024-10-18T03:41:17.694" v="516" actId="14100"/>
          <ac:spMkLst>
            <pc:docMk/>
            <pc:sldMk cId="3541783162" sldId="263"/>
            <ac:spMk id="3" creationId="{EBFE712D-CCDA-BD08-A769-2C8823E4C25E}"/>
          </ac:spMkLst>
        </pc:spChg>
      </pc:sldChg>
      <pc:sldChg chg="addSp modSp new">
        <pc:chgData name="Hector Triana Lopez" userId="lNhGNRoEKTjvpZNftWYK8DHNXS2CM1UtyBegtxjJlqY=" providerId="None" clId="Web-{EC4159DB-0C9B-4E53-9E96-FBC75B52D2D8}" dt="2024-10-18T03:42:25.868" v="518"/>
        <pc:sldMkLst>
          <pc:docMk/>
          <pc:sldMk cId="857115922" sldId="264"/>
        </pc:sldMkLst>
        <pc:picChg chg="add mod">
          <ac:chgData name="Hector Triana Lopez" userId="lNhGNRoEKTjvpZNftWYK8DHNXS2CM1UtyBegtxjJlqY=" providerId="None" clId="Web-{EC4159DB-0C9B-4E53-9E96-FBC75B52D2D8}" dt="2024-10-18T03:42:25.868" v="518"/>
          <ac:picMkLst>
            <pc:docMk/>
            <pc:sldMk cId="857115922" sldId="264"/>
            <ac:picMk id="2" creationId="{D785E69B-5295-B8F0-EEB5-F45D42370707}"/>
          </ac:picMkLst>
        </pc:picChg>
      </pc:sldChg>
      <pc:sldMasterChg chg="del delSldLayout">
        <pc:chgData name="Hector Triana Lopez" userId="lNhGNRoEKTjvpZNftWYK8DHNXS2CM1UtyBegtxjJlqY=" providerId="None" clId="Web-{EC4159DB-0C9B-4E53-9E96-FBC75B52D2D8}" dt="2024-10-18T03:00:05.447" v="46"/>
        <pc:sldMasterMkLst>
          <pc:docMk/>
          <pc:sldMasterMk cId="2460954070" sldId="2147483660"/>
        </pc:sldMasterMkLst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Hector Triana Lopez" userId="lNhGNRoEKTjvpZNftWYK8DHNXS2CM1UtyBegtxjJlqY=" providerId="None" clId="Web-{EC4159DB-0C9B-4E53-9E96-FBC75B52D2D8}" dt="2024-10-18T03:00:05.447" v="46"/>
        <pc:sldMasterMkLst>
          <pc:docMk/>
          <pc:sldMasterMk cId="401274422" sldId="2147483672"/>
        </pc:sldMasterMkLst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1653680015" sldId="2147483673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3758983242" sldId="2147483674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2342231770" sldId="2147483675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144647732" sldId="2147483676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3963408555" sldId="2147483677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3231457990" sldId="2147483678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772601447" sldId="2147483679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3100366042" sldId="2147483680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2127310476" sldId="2147483681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1324548122" sldId="2147483682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1940631465" sldId="2147483683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4084397947" sldId="2147483684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588285329" sldId="2147483685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1263591416" sldId="2147483686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3294588000" sldId="2147483687"/>
          </pc:sldLayoutMkLst>
        </pc:sldLayoutChg>
        <pc:sldLayoutChg chg="add mod replId">
          <pc:chgData name="Hector Triana Lopez" userId="lNhGNRoEKTjvpZNftWYK8DHNXS2CM1UtyBegtxjJlqY=" providerId="None" clId="Web-{EC4159DB-0C9B-4E53-9E96-FBC75B52D2D8}" dt="2024-10-18T03:00:05.447" v="46"/>
          <pc:sldLayoutMkLst>
            <pc:docMk/>
            <pc:sldMasterMk cId="401274422" sldId="2147483672"/>
            <pc:sldLayoutMk cId="954847349" sldId="2147483688"/>
          </pc:sldLayoutMkLst>
        </pc:sldLayoutChg>
      </pc:sldMasterChg>
    </pc:docChg>
  </pc:docChgLst>
  <pc:docChgLst>
    <pc:chgData name="Hector Triana Lopez" userId="lNhGNRoEKTjvpZNftWYK8DHNXS2CM1UtyBegtxjJlqY=" providerId="None" clId="Web-{EEA5C15C-8C2D-4A19-9B37-F48071F69D8D}"/>
    <pc:docChg chg="modSld">
      <pc:chgData name="Hector Triana Lopez" userId="lNhGNRoEKTjvpZNftWYK8DHNXS2CM1UtyBegtxjJlqY=" providerId="None" clId="Web-{EEA5C15C-8C2D-4A19-9B37-F48071F69D8D}" dt="2024-10-29T03:16:27.166" v="5" actId="20577"/>
      <pc:docMkLst>
        <pc:docMk/>
      </pc:docMkLst>
      <pc:sldChg chg="modSp">
        <pc:chgData name="Hector Triana Lopez" userId="lNhGNRoEKTjvpZNftWYK8DHNXS2CM1UtyBegtxjJlqY=" providerId="None" clId="Web-{EEA5C15C-8C2D-4A19-9B37-F48071F69D8D}" dt="2024-10-29T03:16:27.166" v="5" actId="20577"/>
        <pc:sldMkLst>
          <pc:docMk/>
          <pc:sldMk cId="109857222" sldId="256"/>
        </pc:sldMkLst>
        <pc:spChg chg="mod">
          <ac:chgData name="Hector Triana Lopez" userId="lNhGNRoEKTjvpZNftWYK8DHNXS2CM1UtyBegtxjJlqY=" providerId="None" clId="Web-{EEA5C15C-8C2D-4A19-9B37-F48071F69D8D}" dt="2024-10-29T03:16:27.166" v="5" actId="20577"/>
          <ac:spMkLst>
            <pc:docMk/>
            <pc:sldMk cId="109857222" sldId="256"/>
            <ac:spMk id="5" creationId="{524E7710-9BBE-3049-927A-5CB8DFA4FBE4}"/>
          </ac:spMkLst>
        </pc:spChg>
      </pc:sldChg>
    </pc:docChg>
  </pc:docChgLst>
  <pc:docChgLst>
    <pc:chgData name="Hector Triana Lopez" userId="lNhGNRoEKTjvpZNftWYK8DHNXS2CM1UtyBegtxjJlqY=" providerId="None" clId="Web-{C2CDE18F-3671-4A25-B12E-01C79ECF359D}"/>
    <pc:docChg chg="addSld modSld">
      <pc:chgData name="Hector Triana Lopez" userId="lNhGNRoEKTjvpZNftWYK8DHNXS2CM1UtyBegtxjJlqY=" providerId="None" clId="Web-{C2CDE18F-3671-4A25-B12E-01C79ECF359D}" dt="2024-10-21T13:48:07.810" v="111" actId="14100"/>
      <pc:docMkLst>
        <pc:docMk/>
      </pc:docMkLst>
      <pc:sldChg chg="modSp">
        <pc:chgData name="Hector Triana Lopez" userId="lNhGNRoEKTjvpZNftWYK8DHNXS2CM1UtyBegtxjJlqY=" providerId="None" clId="Web-{C2CDE18F-3671-4A25-B12E-01C79ECF359D}" dt="2024-10-21T13:44:09.335" v="87" actId="20577"/>
        <pc:sldMkLst>
          <pc:docMk/>
          <pc:sldMk cId="303365160" sldId="262"/>
        </pc:sldMkLst>
        <pc:spChg chg="mod">
          <ac:chgData name="Hector Triana Lopez" userId="lNhGNRoEKTjvpZNftWYK8DHNXS2CM1UtyBegtxjJlqY=" providerId="None" clId="Web-{C2CDE18F-3671-4A25-B12E-01C79ECF359D}" dt="2024-10-21T13:44:09.335" v="87" actId="20577"/>
          <ac:spMkLst>
            <pc:docMk/>
            <pc:sldMk cId="303365160" sldId="262"/>
            <ac:spMk id="3" creationId="{15A950E1-B4D4-A06B-19A4-15B9FFB5788A}"/>
          </ac:spMkLst>
        </pc:spChg>
      </pc:sldChg>
      <pc:sldChg chg="modSp">
        <pc:chgData name="Hector Triana Lopez" userId="lNhGNRoEKTjvpZNftWYK8DHNXS2CM1UtyBegtxjJlqY=" providerId="None" clId="Web-{C2CDE18F-3671-4A25-B12E-01C79ECF359D}" dt="2024-10-21T13:48:07.810" v="111" actId="14100"/>
        <pc:sldMkLst>
          <pc:docMk/>
          <pc:sldMk cId="3541783162" sldId="263"/>
        </pc:sldMkLst>
        <pc:spChg chg="mod">
          <ac:chgData name="Hector Triana Lopez" userId="lNhGNRoEKTjvpZNftWYK8DHNXS2CM1UtyBegtxjJlqY=" providerId="None" clId="Web-{C2CDE18F-3671-4A25-B12E-01C79ECF359D}" dt="2024-10-21T13:48:07.810" v="111" actId="14100"/>
          <ac:spMkLst>
            <pc:docMk/>
            <pc:sldMk cId="3541783162" sldId="263"/>
            <ac:spMk id="3" creationId="{EBFE712D-CCDA-BD08-A769-2C8823E4C25E}"/>
          </ac:spMkLst>
        </pc:spChg>
      </pc:sldChg>
      <pc:sldChg chg="addSp modSp new">
        <pc:chgData name="Hector Triana Lopez" userId="lNhGNRoEKTjvpZNftWYK8DHNXS2CM1UtyBegtxjJlqY=" providerId="None" clId="Web-{C2CDE18F-3671-4A25-B12E-01C79ECF359D}" dt="2024-10-21T13:38:32.419" v="30" actId="1076"/>
        <pc:sldMkLst>
          <pc:docMk/>
          <pc:sldMk cId="4100784356" sldId="265"/>
        </pc:sldMkLst>
        <pc:spChg chg="add mod">
          <ac:chgData name="Hector Triana Lopez" userId="lNhGNRoEKTjvpZNftWYK8DHNXS2CM1UtyBegtxjJlqY=" providerId="None" clId="Web-{C2CDE18F-3671-4A25-B12E-01C79ECF359D}" dt="2024-10-21T13:38:26.841" v="29" actId="20577"/>
          <ac:spMkLst>
            <pc:docMk/>
            <pc:sldMk cId="4100784356" sldId="265"/>
            <ac:spMk id="2" creationId="{A2ADB5A0-ECAA-9976-D34A-0236BC246929}"/>
          </ac:spMkLst>
        </pc:spChg>
        <pc:spChg chg="add mod">
          <ac:chgData name="Hector Triana Lopez" userId="lNhGNRoEKTjvpZNftWYK8DHNXS2CM1UtyBegtxjJlqY=" providerId="None" clId="Web-{C2CDE18F-3671-4A25-B12E-01C79ECF359D}" dt="2024-10-21T13:38:32.419" v="30" actId="1076"/>
          <ac:spMkLst>
            <pc:docMk/>
            <pc:sldMk cId="4100784356" sldId="265"/>
            <ac:spMk id="4" creationId="{952F64F8-A44D-ED36-EF6E-F6CBB2DED32E}"/>
          </ac:spMkLst>
        </pc:spChg>
        <pc:picChg chg="add mod">
          <ac:chgData name="Hector Triana Lopez" userId="lNhGNRoEKTjvpZNftWYK8DHNXS2CM1UtyBegtxjJlqY=" providerId="None" clId="Web-{C2CDE18F-3671-4A25-B12E-01C79ECF359D}" dt="2024-10-21T13:38:05.949" v="19" actId="1076"/>
          <ac:picMkLst>
            <pc:docMk/>
            <pc:sldMk cId="4100784356" sldId="265"/>
            <ac:picMk id="3" creationId="{DD4508A4-362D-4AC5-9848-ED6C425944BE}"/>
          </ac:picMkLst>
        </pc:picChg>
      </pc:sldChg>
      <pc:sldChg chg="addSp modSp new">
        <pc:chgData name="Hector Triana Lopez" userId="lNhGNRoEKTjvpZNftWYK8DHNXS2CM1UtyBegtxjJlqY=" providerId="None" clId="Web-{C2CDE18F-3671-4A25-B12E-01C79ECF359D}" dt="2024-10-21T13:40:43.282" v="51" actId="1076"/>
        <pc:sldMkLst>
          <pc:docMk/>
          <pc:sldMk cId="2285102958" sldId="266"/>
        </pc:sldMkLst>
        <pc:spChg chg="add mod">
          <ac:chgData name="Hector Triana Lopez" userId="lNhGNRoEKTjvpZNftWYK8DHNXS2CM1UtyBegtxjJlqY=" providerId="None" clId="Web-{C2CDE18F-3671-4A25-B12E-01C79ECF359D}" dt="2024-10-21T13:40:43.282" v="51" actId="1076"/>
          <ac:spMkLst>
            <pc:docMk/>
            <pc:sldMk cId="2285102958" sldId="266"/>
            <ac:spMk id="3" creationId="{4FF92897-1CC3-C263-7F8B-4E6421779313}"/>
          </ac:spMkLst>
        </pc:spChg>
        <pc:picChg chg="add mod">
          <ac:chgData name="Hector Triana Lopez" userId="lNhGNRoEKTjvpZNftWYK8DHNXS2CM1UtyBegtxjJlqY=" providerId="None" clId="Web-{C2CDE18F-3671-4A25-B12E-01C79ECF359D}" dt="2024-10-21T13:39:49.984" v="37" actId="1076"/>
          <ac:picMkLst>
            <pc:docMk/>
            <pc:sldMk cId="2285102958" sldId="266"/>
            <ac:picMk id="2" creationId="{91216912-729A-3EF5-0DC9-3BA13E04A409}"/>
          </ac:picMkLst>
        </pc:picChg>
      </pc:sldChg>
    </pc:docChg>
  </pc:docChgLst>
  <pc:docChgLst>
    <pc:chgData name="Hector Triana Lopez" userId="lNhGNRoEKTjvpZNftWYK8DHNXS2CM1UtyBegtxjJlqY=" providerId="None" clId="Web-{24C34118-40AE-447E-AAAE-D1D18972031A}"/>
    <pc:docChg chg="addSld delSld modSld">
      <pc:chgData name="Hector Triana Lopez" userId="lNhGNRoEKTjvpZNftWYK8DHNXS2CM1UtyBegtxjJlqY=" providerId="None" clId="Web-{24C34118-40AE-447E-AAAE-D1D18972031A}" dt="2024-10-29T19:23:45.417" v="457" actId="1076"/>
      <pc:docMkLst>
        <pc:docMk/>
      </pc:docMkLst>
      <pc:sldChg chg="modSp">
        <pc:chgData name="Hector Triana Lopez" userId="lNhGNRoEKTjvpZNftWYK8DHNXS2CM1UtyBegtxjJlqY=" providerId="None" clId="Web-{24C34118-40AE-447E-AAAE-D1D18972031A}" dt="2024-10-29T19:23:45.417" v="457" actId="1076"/>
        <pc:sldMkLst>
          <pc:docMk/>
          <pc:sldMk cId="109857222" sldId="256"/>
        </pc:sldMkLst>
        <pc:spChg chg="mod">
          <ac:chgData name="Hector Triana Lopez" userId="lNhGNRoEKTjvpZNftWYK8DHNXS2CM1UtyBegtxjJlqY=" providerId="None" clId="Web-{24C34118-40AE-447E-AAAE-D1D18972031A}" dt="2024-10-29T19:23:45.417" v="457" actId="1076"/>
          <ac:spMkLst>
            <pc:docMk/>
            <pc:sldMk cId="109857222" sldId="256"/>
            <ac:spMk id="5" creationId="{524E7710-9BBE-3049-927A-5CB8DFA4FBE4}"/>
          </ac:spMkLst>
        </pc:spChg>
      </pc:sldChg>
      <pc:sldChg chg="addSp delSp modSp">
        <pc:chgData name="Hector Triana Lopez" userId="lNhGNRoEKTjvpZNftWYK8DHNXS2CM1UtyBegtxjJlqY=" providerId="None" clId="Web-{24C34118-40AE-447E-AAAE-D1D18972031A}" dt="2024-10-29T18:36:13.805" v="26" actId="1076"/>
        <pc:sldMkLst>
          <pc:docMk/>
          <pc:sldMk cId="205415128" sldId="257"/>
        </pc:sldMkLst>
        <pc:spChg chg="mod">
          <ac:chgData name="Hector Triana Lopez" userId="lNhGNRoEKTjvpZNftWYK8DHNXS2CM1UtyBegtxjJlqY=" providerId="None" clId="Web-{24C34118-40AE-447E-AAAE-D1D18972031A}" dt="2024-10-29T18:34:56.238" v="1" actId="20577"/>
          <ac:spMkLst>
            <pc:docMk/>
            <pc:sldMk cId="205415128" sldId="257"/>
            <ac:spMk id="4" creationId="{23BD9D59-B0B6-F06D-D922-AAA3AA001612}"/>
          </ac:spMkLst>
        </pc:spChg>
        <pc:spChg chg="mod">
          <ac:chgData name="Hector Triana Lopez" userId="lNhGNRoEKTjvpZNftWYK8DHNXS2CM1UtyBegtxjJlqY=" providerId="None" clId="Web-{24C34118-40AE-447E-AAAE-D1D18972031A}" dt="2024-10-29T18:35:39.459" v="19" actId="1076"/>
          <ac:spMkLst>
            <pc:docMk/>
            <pc:sldMk cId="205415128" sldId="257"/>
            <ac:spMk id="5" creationId="{A47A22CD-F09D-AE5F-9D39-CFCC3F8EFC9B}"/>
          </ac:spMkLst>
        </pc:spChg>
        <pc:picChg chg="add mod">
          <ac:chgData name="Hector Triana Lopez" userId="lNhGNRoEKTjvpZNftWYK8DHNXS2CM1UtyBegtxjJlqY=" providerId="None" clId="Web-{24C34118-40AE-447E-AAAE-D1D18972031A}" dt="2024-10-29T18:36:13.805" v="26" actId="1076"/>
          <ac:picMkLst>
            <pc:docMk/>
            <pc:sldMk cId="205415128" sldId="257"/>
            <ac:picMk id="2" creationId="{A8543640-A71E-A067-C90F-C906446E819D}"/>
          </ac:picMkLst>
        </pc:picChg>
        <pc:picChg chg="del">
          <ac:chgData name="Hector Triana Lopez" userId="lNhGNRoEKTjvpZNftWYK8DHNXS2CM1UtyBegtxjJlqY=" providerId="None" clId="Web-{24C34118-40AE-447E-AAAE-D1D18972031A}" dt="2024-10-29T18:35:59.945" v="20"/>
          <ac:picMkLst>
            <pc:docMk/>
            <pc:sldMk cId="205415128" sldId="257"/>
            <ac:picMk id="6" creationId="{0658E172-0992-C5E4-1FF4-B5D3950F589A}"/>
          </ac:picMkLst>
        </pc:picChg>
      </pc:sldChg>
      <pc:sldChg chg="addSp delSp modSp">
        <pc:chgData name="Hector Triana Lopez" userId="lNhGNRoEKTjvpZNftWYK8DHNXS2CM1UtyBegtxjJlqY=" providerId="None" clId="Web-{24C34118-40AE-447E-AAAE-D1D18972031A}" dt="2024-10-29T19:01:48.751" v="158" actId="14100"/>
        <pc:sldMkLst>
          <pc:docMk/>
          <pc:sldMk cId="2423518267" sldId="258"/>
        </pc:sldMkLst>
        <pc:spChg chg="del mod">
          <ac:chgData name="Hector Triana Lopez" userId="lNhGNRoEKTjvpZNftWYK8DHNXS2CM1UtyBegtxjJlqY=" providerId="None" clId="Web-{24C34118-40AE-447E-AAAE-D1D18972031A}" dt="2024-10-29T19:00:49.013" v="136"/>
          <ac:spMkLst>
            <pc:docMk/>
            <pc:sldMk cId="2423518267" sldId="258"/>
            <ac:spMk id="4" creationId="{E7409DC5-F417-C79E-B569-117BA56F35E6}"/>
          </ac:spMkLst>
        </pc:spChg>
        <pc:spChg chg="mod">
          <ac:chgData name="Hector Triana Lopez" userId="lNhGNRoEKTjvpZNftWYK8DHNXS2CM1UtyBegtxjJlqY=" providerId="None" clId="Web-{24C34118-40AE-447E-AAAE-D1D18972031A}" dt="2024-10-29T19:01:45.033" v="157" actId="20577"/>
          <ac:spMkLst>
            <pc:docMk/>
            <pc:sldMk cId="2423518267" sldId="258"/>
            <ac:spMk id="5" creationId="{AE41CB5C-18DE-AEBB-10E7-9412C23A1F27}"/>
          </ac:spMkLst>
        </pc:spChg>
        <pc:spChg chg="add mod">
          <ac:chgData name="Hector Triana Lopez" userId="lNhGNRoEKTjvpZNftWYK8DHNXS2CM1UtyBegtxjJlqY=" providerId="None" clId="Web-{24C34118-40AE-447E-AAAE-D1D18972031A}" dt="2024-10-29T19:00:57.529" v="139" actId="20577"/>
          <ac:spMkLst>
            <pc:docMk/>
            <pc:sldMk cId="2423518267" sldId="258"/>
            <ac:spMk id="8" creationId="{1E268C44-E77E-2ECA-034F-9935011342D0}"/>
          </ac:spMkLst>
        </pc:spChg>
        <pc:picChg chg="del">
          <ac:chgData name="Hector Triana Lopez" userId="lNhGNRoEKTjvpZNftWYK8DHNXS2CM1UtyBegtxjJlqY=" providerId="None" clId="Web-{24C34118-40AE-447E-AAAE-D1D18972031A}" dt="2024-10-29T18:36:40.292" v="27"/>
          <ac:picMkLst>
            <pc:docMk/>
            <pc:sldMk cId="2423518267" sldId="258"/>
            <ac:picMk id="2" creationId="{F2B030FD-AC4C-0154-1CD2-70BF28D94A00}"/>
          </ac:picMkLst>
        </pc:picChg>
        <pc:picChg chg="del">
          <ac:chgData name="Hector Triana Lopez" userId="lNhGNRoEKTjvpZNftWYK8DHNXS2CM1UtyBegtxjJlqY=" providerId="None" clId="Web-{24C34118-40AE-447E-AAAE-D1D18972031A}" dt="2024-10-29T18:36:41.073" v="28"/>
          <ac:picMkLst>
            <pc:docMk/>
            <pc:sldMk cId="2423518267" sldId="258"/>
            <ac:picMk id="3" creationId="{BDBD9C9C-DF6F-DFA6-1EFE-12F37E6E7BD8}"/>
          </ac:picMkLst>
        </pc:picChg>
        <pc:picChg chg="add mod">
          <ac:chgData name="Hector Triana Lopez" userId="lNhGNRoEKTjvpZNftWYK8DHNXS2CM1UtyBegtxjJlqY=" providerId="None" clId="Web-{24C34118-40AE-447E-AAAE-D1D18972031A}" dt="2024-10-29T19:01:48.751" v="158" actId="14100"/>
          <ac:picMkLst>
            <pc:docMk/>
            <pc:sldMk cId="2423518267" sldId="258"/>
            <ac:picMk id="6" creationId="{FAEB2FBB-0BD0-698B-5469-73A3398C3A8C}"/>
          </ac:picMkLst>
        </pc:picChg>
      </pc:sldChg>
      <pc:sldChg chg="del">
        <pc:chgData name="Hector Triana Lopez" userId="lNhGNRoEKTjvpZNftWYK8DHNXS2CM1UtyBegtxjJlqY=" providerId="None" clId="Web-{24C34118-40AE-447E-AAAE-D1D18972031A}" dt="2024-10-29T19:13:06.687" v="274"/>
        <pc:sldMkLst>
          <pc:docMk/>
          <pc:sldMk cId="2177410942" sldId="259"/>
        </pc:sldMkLst>
      </pc:sldChg>
      <pc:sldChg chg="addSp delSp modSp">
        <pc:chgData name="Hector Triana Lopez" userId="lNhGNRoEKTjvpZNftWYK8DHNXS2CM1UtyBegtxjJlqY=" providerId="None" clId="Web-{24C34118-40AE-447E-AAAE-D1D18972031A}" dt="2024-10-29T19:12:37.013" v="273" actId="1076"/>
        <pc:sldMkLst>
          <pc:docMk/>
          <pc:sldMk cId="3446434520" sldId="260"/>
        </pc:sldMkLst>
        <pc:spChg chg="del">
          <ac:chgData name="Hector Triana Lopez" userId="lNhGNRoEKTjvpZNftWYK8DHNXS2CM1UtyBegtxjJlqY=" providerId="None" clId="Web-{24C34118-40AE-447E-AAAE-D1D18972031A}" dt="2024-10-29T19:02:58.365" v="159"/>
          <ac:spMkLst>
            <pc:docMk/>
            <pc:sldMk cId="3446434520" sldId="260"/>
            <ac:spMk id="2" creationId="{53F6117F-E69D-3BDF-0FDD-0A88CF949B86}"/>
          </ac:spMkLst>
        </pc:spChg>
        <pc:spChg chg="del">
          <ac:chgData name="Hector Triana Lopez" userId="lNhGNRoEKTjvpZNftWYK8DHNXS2CM1UtyBegtxjJlqY=" providerId="None" clId="Web-{24C34118-40AE-447E-AAAE-D1D18972031A}" dt="2024-10-29T19:03:14.835" v="175"/>
          <ac:spMkLst>
            <pc:docMk/>
            <pc:sldMk cId="3446434520" sldId="260"/>
            <ac:spMk id="5" creationId="{5EA0F0E4-3FC5-4455-C4A2-0D351A0520FB}"/>
          </ac:spMkLst>
        </pc:spChg>
        <pc:spChg chg="add mod">
          <ac:chgData name="Hector Triana Lopez" userId="lNhGNRoEKTjvpZNftWYK8DHNXS2CM1UtyBegtxjJlqY=" providerId="None" clId="Web-{24C34118-40AE-447E-AAAE-D1D18972031A}" dt="2024-10-29T19:03:12.288" v="172" actId="20577"/>
          <ac:spMkLst>
            <pc:docMk/>
            <pc:sldMk cId="3446434520" sldId="260"/>
            <ac:spMk id="7" creationId="{FDAE4861-F461-CC67-D788-5C5A4F33DC6C}"/>
          </ac:spMkLst>
        </pc:spChg>
        <pc:spChg chg="add mod">
          <ac:chgData name="Hector Triana Lopez" userId="lNhGNRoEKTjvpZNftWYK8DHNXS2CM1UtyBegtxjJlqY=" providerId="None" clId="Web-{24C34118-40AE-447E-AAAE-D1D18972031A}" dt="2024-10-29T19:12:37.013" v="273" actId="1076"/>
          <ac:spMkLst>
            <pc:docMk/>
            <pc:sldMk cId="3446434520" sldId="260"/>
            <ac:spMk id="10" creationId="{B2389A2C-09CE-77E9-387C-D648ABACAD53}"/>
          </ac:spMkLst>
        </pc:spChg>
        <pc:picChg chg="del">
          <ac:chgData name="Hector Triana Lopez" userId="lNhGNRoEKTjvpZNftWYK8DHNXS2CM1UtyBegtxjJlqY=" providerId="None" clId="Web-{24C34118-40AE-447E-AAAE-D1D18972031A}" dt="2024-10-29T19:03:13.398" v="173"/>
          <ac:picMkLst>
            <pc:docMk/>
            <pc:sldMk cId="3446434520" sldId="260"/>
            <ac:picMk id="3" creationId="{F569A88F-B6F8-6EC6-2750-C84007FE75D5}"/>
          </ac:picMkLst>
        </pc:picChg>
        <pc:picChg chg="del">
          <ac:chgData name="Hector Triana Lopez" userId="lNhGNRoEKTjvpZNftWYK8DHNXS2CM1UtyBegtxjJlqY=" providerId="None" clId="Web-{24C34118-40AE-447E-AAAE-D1D18972031A}" dt="2024-10-29T19:03:13.992" v="174"/>
          <ac:picMkLst>
            <pc:docMk/>
            <pc:sldMk cId="3446434520" sldId="260"/>
            <ac:picMk id="4" creationId="{E2F2DD8E-53A6-ABF1-07C7-FF380F079A12}"/>
          </ac:picMkLst>
        </pc:picChg>
        <pc:picChg chg="add del mod">
          <ac:chgData name="Hector Triana Lopez" userId="lNhGNRoEKTjvpZNftWYK8DHNXS2CM1UtyBegtxjJlqY=" providerId="None" clId="Web-{24C34118-40AE-447E-AAAE-D1D18972031A}" dt="2024-10-29T19:04:26.324" v="180"/>
          <ac:picMkLst>
            <pc:docMk/>
            <pc:sldMk cId="3446434520" sldId="260"/>
            <ac:picMk id="8" creationId="{8CCAF7A6-979C-7599-39CA-C368D19D8BD2}"/>
          </ac:picMkLst>
        </pc:picChg>
        <pc:picChg chg="add mod">
          <ac:chgData name="Hector Triana Lopez" userId="lNhGNRoEKTjvpZNftWYK8DHNXS2CM1UtyBegtxjJlqY=" providerId="None" clId="Web-{24C34118-40AE-447E-AAAE-D1D18972031A}" dt="2024-10-29T19:12:34.763" v="272" actId="1076"/>
          <ac:picMkLst>
            <pc:docMk/>
            <pc:sldMk cId="3446434520" sldId="260"/>
            <ac:picMk id="9" creationId="{28B879FD-86D0-E5FB-EDAC-8F3450050F7E}"/>
          </ac:picMkLst>
        </pc:picChg>
      </pc:sldChg>
      <pc:sldChg chg="addSp delSp modSp">
        <pc:chgData name="Hector Triana Lopez" userId="lNhGNRoEKTjvpZNftWYK8DHNXS2CM1UtyBegtxjJlqY=" providerId="None" clId="Web-{24C34118-40AE-447E-AAAE-D1D18972031A}" dt="2024-10-29T19:19:27.541" v="320" actId="1076"/>
        <pc:sldMkLst>
          <pc:docMk/>
          <pc:sldMk cId="2448954374" sldId="261"/>
        </pc:sldMkLst>
        <pc:spChg chg="mod">
          <ac:chgData name="Hector Triana Lopez" userId="lNhGNRoEKTjvpZNftWYK8DHNXS2CM1UtyBegtxjJlqY=" providerId="None" clId="Web-{24C34118-40AE-447E-AAAE-D1D18972031A}" dt="2024-10-29T19:19:20.962" v="316" actId="1076"/>
          <ac:spMkLst>
            <pc:docMk/>
            <pc:sldMk cId="2448954374" sldId="261"/>
            <ac:spMk id="2" creationId="{C2DF9E11-F798-ACD3-2E76-1259C1D5911C}"/>
          </ac:spMkLst>
        </pc:spChg>
        <pc:spChg chg="del">
          <ac:chgData name="Hector Triana Lopez" userId="lNhGNRoEKTjvpZNftWYK8DHNXS2CM1UtyBegtxjJlqY=" providerId="None" clId="Web-{24C34118-40AE-447E-AAAE-D1D18972031A}" dt="2024-10-29T19:16:53.765" v="286"/>
          <ac:spMkLst>
            <pc:docMk/>
            <pc:sldMk cId="2448954374" sldId="261"/>
            <ac:spMk id="3" creationId="{204244AB-2BB5-6F2A-6309-6D4017E91914}"/>
          </ac:spMkLst>
        </pc:spChg>
        <pc:spChg chg="add mod">
          <ac:chgData name="Hector Triana Lopez" userId="lNhGNRoEKTjvpZNftWYK8DHNXS2CM1UtyBegtxjJlqY=" providerId="None" clId="Web-{24C34118-40AE-447E-AAAE-D1D18972031A}" dt="2024-10-29T19:19:09.352" v="312" actId="1076"/>
          <ac:spMkLst>
            <pc:docMk/>
            <pc:sldMk cId="2448954374" sldId="261"/>
            <ac:spMk id="8" creationId="{865AC648-4718-E91C-2EE7-C7AFBA343F2E}"/>
          </ac:spMkLst>
        </pc:spChg>
        <pc:picChg chg="del">
          <ac:chgData name="Hector Triana Lopez" userId="lNhGNRoEKTjvpZNftWYK8DHNXS2CM1UtyBegtxjJlqY=" providerId="None" clId="Web-{24C34118-40AE-447E-AAAE-D1D18972031A}" dt="2024-10-29T19:16:52.515" v="285"/>
          <ac:picMkLst>
            <pc:docMk/>
            <pc:sldMk cId="2448954374" sldId="261"/>
            <ac:picMk id="4" creationId="{122AB780-F627-AB1E-441F-1A7840589BBC}"/>
          </ac:picMkLst>
        </pc:picChg>
        <pc:picChg chg="del">
          <ac:chgData name="Hector Triana Lopez" userId="lNhGNRoEKTjvpZNftWYK8DHNXS2CM1UtyBegtxjJlqY=" providerId="None" clId="Web-{24C34118-40AE-447E-AAAE-D1D18972031A}" dt="2024-10-29T19:16:54.874" v="287"/>
          <ac:picMkLst>
            <pc:docMk/>
            <pc:sldMk cId="2448954374" sldId="261"/>
            <ac:picMk id="5" creationId="{7FF10CD5-D47B-0E67-C23C-225F5080B938}"/>
          </ac:picMkLst>
        </pc:picChg>
        <pc:picChg chg="del">
          <ac:chgData name="Hector Triana Lopez" userId="lNhGNRoEKTjvpZNftWYK8DHNXS2CM1UtyBegtxjJlqY=" providerId="None" clId="Web-{24C34118-40AE-447E-AAAE-D1D18972031A}" dt="2024-10-29T19:16:51.859" v="284"/>
          <ac:picMkLst>
            <pc:docMk/>
            <pc:sldMk cId="2448954374" sldId="261"/>
            <ac:picMk id="6" creationId="{A75BE47E-410F-0C64-D663-6DF607657B02}"/>
          </ac:picMkLst>
        </pc:picChg>
        <pc:picChg chg="add mod">
          <ac:chgData name="Hector Triana Lopez" userId="lNhGNRoEKTjvpZNftWYK8DHNXS2CM1UtyBegtxjJlqY=" providerId="None" clId="Web-{24C34118-40AE-447E-AAAE-D1D18972031A}" dt="2024-10-29T19:19:27.541" v="320" actId="1076"/>
          <ac:picMkLst>
            <pc:docMk/>
            <pc:sldMk cId="2448954374" sldId="261"/>
            <ac:picMk id="9" creationId="{51C982CB-2C1A-0CB5-71F7-EC24F14D7541}"/>
          </ac:picMkLst>
        </pc:picChg>
      </pc:sldChg>
      <pc:sldChg chg="modSp">
        <pc:chgData name="Hector Triana Lopez" userId="lNhGNRoEKTjvpZNftWYK8DHNXS2CM1UtyBegtxjJlqY=" providerId="None" clId="Web-{24C34118-40AE-447E-AAAE-D1D18972031A}" dt="2024-10-29T19:21:35.159" v="390" actId="20577"/>
        <pc:sldMkLst>
          <pc:docMk/>
          <pc:sldMk cId="303365160" sldId="262"/>
        </pc:sldMkLst>
        <pc:spChg chg="mod">
          <ac:chgData name="Hector Triana Lopez" userId="lNhGNRoEKTjvpZNftWYK8DHNXS2CM1UtyBegtxjJlqY=" providerId="None" clId="Web-{24C34118-40AE-447E-AAAE-D1D18972031A}" dt="2024-10-29T19:19:42.979" v="322" actId="20577"/>
          <ac:spMkLst>
            <pc:docMk/>
            <pc:sldMk cId="303365160" sldId="262"/>
            <ac:spMk id="2" creationId="{7F6CEE9E-CA3F-07DE-7992-5C5404490F37}"/>
          </ac:spMkLst>
        </pc:spChg>
        <pc:spChg chg="mod">
          <ac:chgData name="Hector Triana Lopez" userId="lNhGNRoEKTjvpZNftWYK8DHNXS2CM1UtyBegtxjJlqY=" providerId="None" clId="Web-{24C34118-40AE-447E-AAAE-D1D18972031A}" dt="2024-10-29T19:21:35.159" v="390" actId="20577"/>
          <ac:spMkLst>
            <pc:docMk/>
            <pc:sldMk cId="303365160" sldId="262"/>
            <ac:spMk id="3" creationId="{15A950E1-B4D4-A06B-19A4-15B9FFB5788A}"/>
          </ac:spMkLst>
        </pc:spChg>
      </pc:sldChg>
      <pc:sldChg chg="modSp">
        <pc:chgData name="Hector Triana Lopez" userId="lNhGNRoEKTjvpZNftWYK8DHNXS2CM1UtyBegtxjJlqY=" providerId="None" clId="Web-{24C34118-40AE-447E-AAAE-D1D18972031A}" dt="2024-10-29T19:23:16.712" v="449" actId="20577"/>
        <pc:sldMkLst>
          <pc:docMk/>
          <pc:sldMk cId="3541783162" sldId="263"/>
        </pc:sldMkLst>
        <pc:spChg chg="mod">
          <ac:chgData name="Hector Triana Lopez" userId="lNhGNRoEKTjvpZNftWYK8DHNXS2CM1UtyBegtxjJlqY=" providerId="None" clId="Web-{24C34118-40AE-447E-AAAE-D1D18972031A}" dt="2024-10-29T19:23:16.712" v="449" actId="20577"/>
          <ac:spMkLst>
            <pc:docMk/>
            <pc:sldMk cId="3541783162" sldId="263"/>
            <ac:spMk id="3" creationId="{EBFE712D-CCDA-BD08-A769-2C8823E4C25E}"/>
          </ac:spMkLst>
        </pc:spChg>
      </pc:sldChg>
      <pc:sldChg chg="del">
        <pc:chgData name="Hector Triana Lopez" userId="lNhGNRoEKTjvpZNftWYK8DHNXS2CM1UtyBegtxjJlqY=" providerId="None" clId="Web-{24C34118-40AE-447E-AAAE-D1D18972031A}" dt="2024-10-29T19:16:39.764" v="276"/>
        <pc:sldMkLst>
          <pc:docMk/>
          <pc:sldMk cId="4100784356" sldId="265"/>
        </pc:sldMkLst>
      </pc:sldChg>
      <pc:sldChg chg="del">
        <pc:chgData name="Hector Triana Lopez" userId="lNhGNRoEKTjvpZNftWYK8DHNXS2CM1UtyBegtxjJlqY=" providerId="None" clId="Web-{24C34118-40AE-447E-AAAE-D1D18972031A}" dt="2024-10-29T19:13:15.141" v="275"/>
        <pc:sldMkLst>
          <pc:docMk/>
          <pc:sldMk cId="2285102958" sldId="266"/>
        </pc:sldMkLst>
      </pc:sldChg>
      <pc:sldChg chg="addSp delSp modSp add replId">
        <pc:chgData name="Hector Triana Lopez" userId="lNhGNRoEKTjvpZNftWYK8DHNXS2CM1UtyBegtxjJlqY=" providerId="None" clId="Web-{24C34118-40AE-447E-AAAE-D1D18972031A}" dt="2024-10-29T18:53:47.047" v="94" actId="20577"/>
        <pc:sldMkLst>
          <pc:docMk/>
          <pc:sldMk cId="1313455595" sldId="267"/>
        </pc:sldMkLst>
        <pc:spChg chg="mod">
          <ac:chgData name="Hector Triana Lopez" userId="lNhGNRoEKTjvpZNftWYK8DHNXS2CM1UtyBegtxjJlqY=" providerId="None" clId="Web-{24C34118-40AE-447E-AAAE-D1D18972031A}" dt="2024-10-29T18:53:10.623" v="84" actId="1076"/>
          <ac:spMkLst>
            <pc:docMk/>
            <pc:sldMk cId="1313455595" sldId="267"/>
            <ac:spMk id="4" creationId="{23BD9D59-B0B6-F06D-D922-AAA3AA001612}"/>
          </ac:spMkLst>
        </pc:spChg>
        <pc:spChg chg="mod">
          <ac:chgData name="Hector Triana Lopez" userId="lNhGNRoEKTjvpZNftWYK8DHNXS2CM1UtyBegtxjJlqY=" providerId="None" clId="Web-{24C34118-40AE-447E-AAAE-D1D18972031A}" dt="2024-10-29T18:53:47.047" v="94" actId="20577"/>
          <ac:spMkLst>
            <pc:docMk/>
            <pc:sldMk cId="1313455595" sldId="267"/>
            <ac:spMk id="5" creationId="{A47A22CD-F09D-AE5F-9D39-CFCC3F8EFC9B}"/>
          </ac:spMkLst>
        </pc:spChg>
        <pc:picChg chg="del">
          <ac:chgData name="Hector Triana Lopez" userId="lNhGNRoEKTjvpZNftWYK8DHNXS2CM1UtyBegtxjJlqY=" providerId="None" clId="Web-{24C34118-40AE-447E-AAAE-D1D18972031A}" dt="2024-10-29T18:46:36.769" v="46"/>
          <ac:picMkLst>
            <pc:docMk/>
            <pc:sldMk cId="1313455595" sldId="267"/>
            <ac:picMk id="2" creationId="{A8543640-A71E-A067-C90F-C906446E819D}"/>
          </ac:picMkLst>
        </pc:picChg>
        <pc:picChg chg="add mod">
          <ac:chgData name="Hector Triana Lopez" userId="lNhGNRoEKTjvpZNftWYK8DHNXS2CM1UtyBegtxjJlqY=" providerId="None" clId="Web-{24C34118-40AE-447E-AAAE-D1D18972031A}" dt="2024-10-29T18:53:31.687" v="93" actId="1076"/>
          <ac:picMkLst>
            <pc:docMk/>
            <pc:sldMk cId="1313455595" sldId="267"/>
            <ac:picMk id="3" creationId="{9040EFC9-568D-38E9-BCB0-9F870F476A1C}"/>
          </ac:picMkLst>
        </pc:picChg>
      </pc:sldChg>
      <pc:sldChg chg="addSp delSp modSp add replId">
        <pc:chgData name="Hector Triana Lopez" userId="lNhGNRoEKTjvpZNftWYK8DHNXS2CM1UtyBegtxjJlqY=" providerId="None" clId="Web-{24C34118-40AE-447E-AAAE-D1D18972031A}" dt="2024-10-29T18:57:17.718" v="121" actId="1076"/>
        <pc:sldMkLst>
          <pc:docMk/>
          <pc:sldMk cId="1230888154" sldId="268"/>
        </pc:sldMkLst>
        <pc:spChg chg="mod">
          <ac:chgData name="Hector Triana Lopez" userId="lNhGNRoEKTjvpZNftWYK8DHNXS2CM1UtyBegtxjJlqY=" providerId="None" clId="Web-{24C34118-40AE-447E-AAAE-D1D18972031A}" dt="2024-10-29T18:56:28.261" v="97" actId="20577"/>
          <ac:spMkLst>
            <pc:docMk/>
            <pc:sldMk cId="1230888154" sldId="268"/>
            <ac:spMk id="4" creationId="{23BD9D59-B0B6-F06D-D922-AAA3AA001612}"/>
          </ac:spMkLst>
        </pc:spChg>
        <pc:spChg chg="mod">
          <ac:chgData name="Hector Triana Lopez" userId="lNhGNRoEKTjvpZNftWYK8DHNXS2CM1UtyBegtxjJlqY=" providerId="None" clId="Web-{24C34118-40AE-447E-AAAE-D1D18972031A}" dt="2024-10-29T18:56:43.106" v="114" actId="20577"/>
          <ac:spMkLst>
            <pc:docMk/>
            <pc:sldMk cId="1230888154" sldId="268"/>
            <ac:spMk id="5" creationId="{A47A22CD-F09D-AE5F-9D39-CFCC3F8EFC9B}"/>
          </ac:spMkLst>
        </pc:spChg>
        <pc:picChg chg="add mod">
          <ac:chgData name="Hector Triana Lopez" userId="lNhGNRoEKTjvpZNftWYK8DHNXS2CM1UtyBegtxjJlqY=" providerId="None" clId="Web-{24C34118-40AE-447E-AAAE-D1D18972031A}" dt="2024-10-29T18:57:17.718" v="121" actId="1076"/>
          <ac:picMkLst>
            <pc:docMk/>
            <pc:sldMk cId="1230888154" sldId="268"/>
            <ac:picMk id="2" creationId="{AAD9B0CB-BABB-5F4B-0559-8E8F7A183A98}"/>
          </ac:picMkLst>
        </pc:picChg>
        <pc:picChg chg="del">
          <ac:chgData name="Hector Triana Lopez" userId="lNhGNRoEKTjvpZNftWYK8DHNXS2CM1UtyBegtxjJlqY=" providerId="None" clId="Web-{24C34118-40AE-447E-AAAE-D1D18972031A}" dt="2024-10-29T18:56:46.013" v="115"/>
          <ac:picMkLst>
            <pc:docMk/>
            <pc:sldMk cId="1230888154" sldId="268"/>
            <ac:picMk id="3" creationId="{9040EFC9-568D-38E9-BCB0-9F870F476A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8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98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23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4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40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5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0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36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1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4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0631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9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8285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91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88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4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ilos.com/5-herramientas-inteligencia-artificial-programadores/" TargetMode="External"/><Relationship Id="rId7" Type="http://schemas.openxmlformats.org/officeDocument/2006/relationships/hyperlink" Target="https://swimm.io/learn/ai-tools-for-developers/ai-code-assistants-key-capabilities-and-5-tools-to-know-about" TargetMode="External"/><Relationship Id="rId2" Type="http://schemas.openxmlformats.org/officeDocument/2006/relationships/hyperlink" Target="https://developero.io/blog/ai-for-developer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blog/ai-and-ml/generative-ai/how-ai-code-generation-works/" TargetMode="External"/><Relationship Id="rId5" Type="http://schemas.openxmlformats.org/officeDocument/2006/relationships/hyperlink" Target="https://www.thedroidsonroids.com/blog/best-ai-coding-assistant-tools" TargetMode="External"/><Relationship Id="rId4" Type="http://schemas.openxmlformats.org/officeDocument/2006/relationships/hyperlink" Target="https://www.geeksforgeeks.org/best-ai-coding-assistants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E7736100-1C19-0470-B7C9-75FF9FCF0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846" y="0"/>
            <a:ext cx="8115300" cy="6858000"/>
          </a:xfrm>
          <a:prstGeom prst="rect">
            <a:avLst/>
          </a:prstGeom>
        </p:spPr>
      </p:pic>
      <p:sp>
        <p:nvSpPr>
          <p:cNvPr id="5" name="Title 11">
            <a:extLst>
              <a:ext uri="{FF2B5EF4-FFF2-40B4-BE49-F238E27FC236}">
                <a16:creationId xmlns:a16="http://schemas.microsoft.com/office/drawing/2014/main" id="{524E7710-9BBE-3049-927A-5CB8DFA4FBE4}"/>
              </a:ext>
            </a:extLst>
          </p:cNvPr>
          <p:cNvSpPr>
            <a:spLocks noGrp="1"/>
          </p:cNvSpPr>
          <p:nvPr/>
        </p:nvSpPr>
        <p:spPr>
          <a:xfrm>
            <a:off x="440710" y="3688717"/>
            <a:ext cx="4268372" cy="28695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s-419" b="0" dirty="0">
                <a:latin typeface="Arial Black"/>
              </a:rPr>
              <a:t>AI </a:t>
            </a:r>
            <a:r>
              <a:rPr lang="es-419" b="0" err="1">
                <a:latin typeface="Arial Black"/>
              </a:rPr>
              <a:t>coding</a:t>
            </a:r>
            <a:r>
              <a:rPr lang="es-419" b="0" dirty="0">
                <a:latin typeface="Arial Black"/>
              </a:rPr>
              <a:t> </a:t>
            </a:r>
            <a:r>
              <a:rPr lang="es-419" b="0" err="1">
                <a:latin typeface="Arial Black"/>
              </a:rPr>
              <a:t>assistants</a:t>
            </a:r>
            <a:r>
              <a:rPr lang="es-419" b="0" dirty="0">
                <a:latin typeface="Arial Black"/>
              </a:rPr>
              <a:t> </a:t>
            </a:r>
            <a:r>
              <a:rPr lang="es-419" b="0" err="1">
                <a:latin typeface="Arial Black"/>
              </a:rPr>
              <a:t>for</a:t>
            </a:r>
            <a:r>
              <a:rPr lang="es-419" b="0" dirty="0">
                <a:latin typeface="Arial Black"/>
              </a:rPr>
              <a:t> </a:t>
            </a:r>
            <a:r>
              <a:rPr lang="es-419" b="0" err="1">
                <a:latin typeface="Arial Black"/>
              </a:rPr>
              <a:t>programmers</a:t>
            </a:r>
            <a:endParaRPr lang="en-US" sz="3200" dirty="0" err="1"/>
          </a:p>
          <a:p>
            <a:endParaRPr lang="es-419" sz="1800" dirty="0">
              <a:latin typeface="Arial Black"/>
            </a:endParaRPr>
          </a:p>
          <a:p>
            <a:endParaRPr lang="es-419" sz="1800" dirty="0">
              <a:latin typeface="Arial Black"/>
            </a:endParaRPr>
          </a:p>
          <a:p>
            <a:r>
              <a:rPr lang="es-419" sz="1800" b="0" dirty="0">
                <a:latin typeface="Calibri"/>
              </a:rPr>
              <a:t>Edgar Galindo</a:t>
            </a:r>
            <a:endParaRPr lang="es-419" b="0">
              <a:latin typeface="Calibri"/>
            </a:endParaRPr>
          </a:p>
          <a:p>
            <a:r>
              <a:rPr lang="es-419" sz="1800" b="0" err="1">
                <a:latin typeface="Calibri"/>
              </a:rPr>
              <a:t>Hector</a:t>
            </a:r>
            <a:r>
              <a:rPr lang="es-419" sz="1800" b="0" dirty="0">
                <a:latin typeface="Calibri"/>
              </a:rPr>
              <a:t> Triana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23BD9D59-B0B6-F06D-D922-AAA3AA001612}"/>
              </a:ext>
            </a:extLst>
          </p:cNvPr>
          <p:cNvSpPr>
            <a:spLocks noGrp="1"/>
          </p:cNvSpPr>
          <p:nvPr/>
        </p:nvSpPr>
        <p:spPr>
          <a:xfrm>
            <a:off x="586309" y="37147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dirty="0" err="1">
                <a:solidFill>
                  <a:schemeClr val="tx1"/>
                </a:solidFill>
                <a:latin typeface="Arial Black"/>
              </a:rPr>
              <a:t>Foundations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of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AI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Assistants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for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Coding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A22CD-F09D-AE5F-9D39-CFCC3F8EFC9B}"/>
              </a:ext>
            </a:extLst>
          </p:cNvPr>
          <p:cNvSpPr txBox="1"/>
          <p:nvPr/>
        </p:nvSpPr>
        <p:spPr>
          <a:xfrm>
            <a:off x="1306104" y="4114125"/>
            <a:ext cx="883810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AI coding assistants are tools that help developers generate, autocomplete, debug, or optimize code. These assistants are powered by large language models (LLMs) or other machine learning approaches.</a:t>
            </a:r>
            <a:endParaRPr lang="en-US"/>
          </a:p>
          <a:p>
            <a:pPr algn="just"/>
            <a:endParaRPr lang="en-US" dirty="0"/>
          </a:p>
          <a:p>
            <a:pPr algn="just"/>
            <a:r>
              <a:rPr lang="en-US" dirty="0">
                <a:ea typeface="+mn-lt"/>
                <a:cs typeface="+mn-lt"/>
              </a:rPr>
              <a:t>Coding AI assistants use generative models like </a:t>
            </a:r>
            <a:r>
              <a:rPr lang="en-US" b="1" dirty="0">
                <a:ea typeface="+mn-lt"/>
                <a:cs typeface="+mn-lt"/>
              </a:rPr>
              <a:t>GPT</a:t>
            </a:r>
            <a:r>
              <a:rPr lang="en-US" dirty="0">
                <a:ea typeface="+mn-lt"/>
                <a:cs typeface="+mn-lt"/>
              </a:rPr>
              <a:t> to understand the context of the input code and predict the next steps. They have been trained on large datasets, such as open-source repositories and documentation, to learn coding patterns and best practices.</a:t>
            </a:r>
            <a:endParaRPr lang="en-US" dirty="0"/>
          </a:p>
        </p:txBody>
      </p:sp>
      <p:pic>
        <p:nvPicPr>
          <p:cNvPr id="2" name="Picture 1" descr="A cartoon robot sitting at a computer&#10;&#10;Description automatically generated">
            <a:extLst>
              <a:ext uri="{FF2B5EF4-FFF2-40B4-BE49-F238E27FC236}">
                <a16:creationId xmlns:a16="http://schemas.microsoft.com/office/drawing/2014/main" id="{A8543640-A71E-A067-C90F-C906446E8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76350"/>
            <a:ext cx="501015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23BD9D59-B0B6-F06D-D922-AAA3AA001612}"/>
              </a:ext>
            </a:extLst>
          </p:cNvPr>
          <p:cNvSpPr>
            <a:spLocks noGrp="1"/>
          </p:cNvSpPr>
          <p:nvPr/>
        </p:nvSpPr>
        <p:spPr>
          <a:xfrm>
            <a:off x="738709" y="4762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dirty="0" err="1">
                <a:solidFill>
                  <a:schemeClr val="tx1"/>
                </a:solidFill>
                <a:latin typeface="Arial Black"/>
              </a:rPr>
              <a:t>How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AI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Assistants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for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Coding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work</a:t>
            </a: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A22CD-F09D-AE5F-9D39-CFCC3F8EFC9B}"/>
              </a:ext>
            </a:extLst>
          </p:cNvPr>
          <p:cNvSpPr txBox="1"/>
          <p:nvPr/>
        </p:nvSpPr>
        <p:spPr>
          <a:xfrm>
            <a:off x="220254" y="951825"/>
            <a:ext cx="5247179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AI code assistants use advanced Natural Language Processing (NLP) techniques that </a:t>
            </a:r>
            <a:r>
              <a:rPr lang="en-US" dirty="0">
                <a:solidFill>
                  <a:srgbClr val="1D1E2B"/>
                </a:solidFill>
                <a:ea typeface="+mn-lt"/>
                <a:cs typeface="+mn-lt"/>
              </a:rPr>
              <a:t>allow the assistant to process large amounts of code data, understand coding patterns and structures, and generate suggestions or insights that can be useful for developers in their current context;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and, more recently, </a:t>
            </a:r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Large Language Models (LLMs)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like GPT-4. These models process code patterns and structures to generate context-relevant suggestions, translating natural language prompts into usable code.</a:t>
            </a:r>
          </a:p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r>
              <a:rPr lang="en-US" b="1" dirty="0">
                <a:ea typeface="+mn-lt"/>
                <a:cs typeface="+mn-lt"/>
              </a:rPr>
              <a:t>Training Process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Pre-training</a:t>
            </a:r>
            <a:r>
              <a:rPr lang="en-US" dirty="0">
                <a:ea typeface="+mn-lt"/>
                <a:cs typeface="+mn-lt"/>
              </a:rPr>
              <a:t> on vast datasets to learn code structures.</a:t>
            </a:r>
            <a:endParaRPr lang="en-US" dirty="0"/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Fine-tuning</a:t>
            </a:r>
            <a:r>
              <a:rPr lang="en-US" dirty="0">
                <a:ea typeface="+mn-lt"/>
                <a:cs typeface="+mn-lt"/>
              </a:rPr>
              <a:t> on specialized data for improved accuracy.</a:t>
            </a:r>
            <a:endParaRPr lang="en-US" dirty="0"/>
          </a:p>
          <a:p>
            <a:pPr algn="just"/>
            <a:r>
              <a:rPr lang="en-US" dirty="0">
                <a:ea typeface="+mn-lt"/>
                <a:cs typeface="+mn-lt"/>
              </a:rPr>
              <a:t>Some assistants are trained on public code repositories, while others use organization-specific data for more tailored support.</a:t>
            </a:r>
            <a:endParaRPr lang="en-US" dirty="0"/>
          </a:p>
          <a:p>
            <a:pPr algn="just"/>
            <a:endParaRPr lang="en-US" dirty="0">
              <a:ea typeface="+mn-lt"/>
              <a:cs typeface="+mn-lt"/>
            </a:endParaRPr>
          </a:p>
        </p:txBody>
      </p:sp>
      <p:pic>
        <p:nvPicPr>
          <p:cNvPr id="3" name="Picture 2" descr="Building an AI Assistant with my own Knowledge Base - Questions - n8n  Community">
            <a:extLst>
              <a:ext uri="{FF2B5EF4-FFF2-40B4-BE49-F238E27FC236}">
                <a16:creationId xmlns:a16="http://schemas.microsoft.com/office/drawing/2014/main" id="{9040EFC9-568D-38E9-BCB0-9F870F476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114728"/>
            <a:ext cx="6343649" cy="262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5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23BD9D59-B0B6-F06D-D922-AAA3AA001612}"/>
              </a:ext>
            </a:extLst>
          </p:cNvPr>
          <p:cNvSpPr>
            <a:spLocks noGrp="1"/>
          </p:cNvSpPr>
          <p:nvPr/>
        </p:nvSpPr>
        <p:spPr>
          <a:xfrm>
            <a:off x="738709" y="4762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b="0" dirty="0">
                <a:solidFill>
                  <a:schemeClr val="tx1"/>
                </a:solidFill>
                <a:latin typeface="Arial Black"/>
              </a:rPr>
              <a:t>Key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Features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of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AI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Code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Assistants</a:t>
            </a:r>
            <a:endParaRPr lang="en-US" b="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A22CD-F09D-AE5F-9D39-CFCC3F8EFC9B}"/>
              </a:ext>
            </a:extLst>
          </p:cNvPr>
          <p:cNvSpPr txBox="1"/>
          <p:nvPr/>
        </p:nvSpPr>
        <p:spPr>
          <a:xfrm>
            <a:off x="353604" y="1323300"/>
            <a:ext cx="5247179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Autocompletion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: Predicts code based on context, offering entire blocks or functions from partial input.</a:t>
            </a: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Refactoring Suggestions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: Analyzes and suggests optimizations, often with explanations.</a:t>
            </a: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Error Detection</a:t>
            </a:r>
            <a:r>
              <a:rPr lang="en-US" dirty="0">
                <a:ea typeface="+mn-lt"/>
                <a:cs typeface="+mn-lt"/>
              </a:rPr>
              <a:t>: Identifies potential errors and provides fixes, saving debugging time.</a:t>
            </a:r>
          </a:p>
          <a:p>
            <a:pPr marL="285750" indent="-285750" algn="just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Documentation Generation</a:t>
            </a:r>
            <a:r>
              <a:rPr lang="en-US" dirty="0">
                <a:ea typeface="+mn-lt"/>
                <a:cs typeface="+mn-lt"/>
              </a:rPr>
              <a:t>: Creates comments and documentation, explaining code in natural language.</a:t>
            </a:r>
          </a:p>
          <a:p>
            <a:pPr algn="just"/>
            <a:endParaRPr lang="en-US" dirty="0">
              <a:ea typeface="+mn-lt"/>
              <a:cs typeface="+mn-lt"/>
            </a:endParaRPr>
          </a:p>
        </p:txBody>
      </p:sp>
      <p:pic>
        <p:nvPicPr>
          <p:cNvPr id="2" name="Picture 1" descr="Open-source AI Coding Assistant aka OpenCopilot">
            <a:extLst>
              <a:ext uri="{FF2B5EF4-FFF2-40B4-BE49-F238E27FC236}">
                <a16:creationId xmlns:a16="http://schemas.microsoft.com/office/drawing/2014/main" id="{AAD9B0CB-BABB-5F4B-0559-8E8F7A183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1210"/>
            <a:ext cx="5972175" cy="272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8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41CB5C-18DE-AEBB-10E7-9412C23A1F27}"/>
              </a:ext>
            </a:extLst>
          </p:cNvPr>
          <p:cNvSpPr txBox="1"/>
          <p:nvPr/>
        </p:nvSpPr>
        <p:spPr>
          <a:xfrm>
            <a:off x="5499148" y="1149936"/>
            <a:ext cx="655709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Code Generation Tools</a:t>
            </a:r>
            <a:r>
              <a:rPr lang="en-US" dirty="0">
                <a:ea typeface="+mn-lt"/>
                <a:cs typeface="+mn-lt"/>
              </a:rPr>
              <a:t>: These tools can generate entire functions, scripts, or even complex code blocks based on a description. Examples include </a:t>
            </a:r>
            <a:r>
              <a:rPr lang="en-US" b="1" dirty="0">
                <a:ea typeface="+mn-lt"/>
                <a:cs typeface="+mn-lt"/>
              </a:rPr>
              <a:t>GitHub Copilot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OpenAI Codex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Code </a:t>
            </a:r>
            <a:r>
              <a:rPr lang="en-US" b="1" dirty="0" err="1">
                <a:ea typeface="+mn-lt"/>
                <a:cs typeface="+mn-lt"/>
              </a:rPr>
              <a:t>Autocompleters</a:t>
            </a:r>
            <a:r>
              <a:rPr lang="en-US" dirty="0">
                <a:ea typeface="+mn-lt"/>
                <a:cs typeface="+mn-lt"/>
              </a:rPr>
              <a:t>: These tools assist developers with real-time suggestions and autocompletions, enhancing productivity. Examples include </a:t>
            </a:r>
            <a:r>
              <a:rPr lang="en-US" b="1" dirty="0" err="1">
                <a:ea typeface="+mn-lt"/>
                <a:cs typeface="+mn-lt"/>
              </a:rPr>
              <a:t>TabNine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IntelliSense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Debugging Assistants</a:t>
            </a:r>
            <a:r>
              <a:rPr lang="en-US" dirty="0">
                <a:ea typeface="+mn-lt"/>
                <a:cs typeface="+mn-lt"/>
              </a:rPr>
              <a:t>: Some tools help debug code by suggesting fixes for errors or potential improvements. They work by analyzing the code structure and finding potential flaws.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Code Refactoring Tools</a:t>
            </a:r>
            <a:r>
              <a:rPr lang="en-US" dirty="0">
                <a:ea typeface="+mn-lt"/>
                <a:cs typeface="+mn-lt"/>
              </a:rPr>
              <a:t>: These assistants improve the structure of code without changing its functionality, making it more readable and maintainable.</a:t>
            </a:r>
          </a:p>
          <a:p>
            <a:pPr algn="l"/>
            <a:endParaRPr lang="en-US" dirty="0"/>
          </a:p>
        </p:txBody>
      </p:sp>
      <p:pic>
        <p:nvPicPr>
          <p:cNvPr id="6" name="Picture 5" descr="Top 6 AI Coding Assistants in 2024 — SitePoint">
            <a:extLst>
              <a:ext uri="{FF2B5EF4-FFF2-40B4-BE49-F238E27FC236}">
                <a16:creationId xmlns:a16="http://schemas.microsoft.com/office/drawing/2014/main" id="{FAEB2FBB-0BD0-698B-5469-73A3398C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66" y="1712379"/>
            <a:ext cx="4862782" cy="2733603"/>
          </a:xfrm>
          <a:prstGeom prst="rect">
            <a:avLst/>
          </a:prstGeom>
        </p:spPr>
      </p:pic>
      <p:sp>
        <p:nvSpPr>
          <p:cNvPr id="8" name="Título 4">
            <a:extLst>
              <a:ext uri="{FF2B5EF4-FFF2-40B4-BE49-F238E27FC236}">
                <a16:creationId xmlns:a16="http://schemas.microsoft.com/office/drawing/2014/main" id="{1E268C44-E77E-2ECA-034F-9935011342D0}"/>
              </a:ext>
            </a:extLst>
          </p:cNvPr>
          <p:cNvSpPr>
            <a:spLocks noGrp="1"/>
          </p:cNvSpPr>
          <p:nvPr/>
        </p:nvSpPr>
        <p:spPr>
          <a:xfrm>
            <a:off x="738709" y="4762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b="0" dirty="0" err="1">
                <a:solidFill>
                  <a:schemeClr val="tx1"/>
                </a:solidFill>
                <a:latin typeface="Arial Black"/>
              </a:rPr>
              <a:t>Types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of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AI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Code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Assistants</a:t>
            </a:r>
            <a:endParaRPr lang="en-US" b="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1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4">
            <a:extLst>
              <a:ext uri="{FF2B5EF4-FFF2-40B4-BE49-F238E27FC236}">
                <a16:creationId xmlns:a16="http://schemas.microsoft.com/office/drawing/2014/main" id="{FDAE4861-F461-CC67-D788-5C5A4F33DC6C}"/>
              </a:ext>
            </a:extLst>
          </p:cNvPr>
          <p:cNvSpPr>
            <a:spLocks noGrp="1"/>
          </p:cNvSpPr>
          <p:nvPr/>
        </p:nvSpPr>
        <p:spPr>
          <a:xfrm>
            <a:off x="738709" y="4762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b="0" dirty="0" err="1">
                <a:solidFill>
                  <a:schemeClr val="tx1"/>
                </a:solidFill>
                <a:latin typeface="Arial Black"/>
              </a:rPr>
              <a:t>Examples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of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Coding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b="0" dirty="0" err="1">
                <a:solidFill>
                  <a:schemeClr val="tx1"/>
                </a:solidFill>
                <a:latin typeface="Arial Black"/>
              </a:rPr>
              <a:t>Assistants</a:t>
            </a:r>
            <a:endParaRPr lang="es-419" b="0" dirty="0" err="1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B879FD-86D0-E5FB-EDAC-8F3450050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34" y="947621"/>
            <a:ext cx="7720644" cy="1814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389A2C-09CE-77E9-387C-D648ABACAD53}"/>
              </a:ext>
            </a:extLst>
          </p:cNvPr>
          <p:cNvSpPr txBox="1"/>
          <p:nvPr/>
        </p:nvSpPr>
        <p:spPr>
          <a:xfrm>
            <a:off x="1029419" y="3042249"/>
            <a:ext cx="9716218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"/>
              <a:buChar char="•"/>
            </a:pPr>
            <a:r>
              <a:rPr lang="en-US" sz="1600" b="1"/>
              <a:t>GitHub Copilot</a:t>
            </a:r>
            <a:r>
              <a:rPr lang="en-US" sz="1600"/>
              <a:t>: Powered by OpenAI Codex, it helps generate code based on natural language descriptions and provides real-time suggestions while coding.</a:t>
            </a:r>
            <a:endParaRPr lang="en-US" sz="1600" dirty="0"/>
          </a:p>
          <a:p>
            <a:pPr algn="just">
              <a:buFont typeface=""/>
              <a:buChar char="•"/>
            </a:pPr>
            <a:r>
              <a:rPr lang="en-US" sz="1600" b="1" err="1"/>
              <a:t>TabNine</a:t>
            </a:r>
            <a:r>
              <a:rPr lang="en-US" sz="1600"/>
              <a:t>: Uses machine learning to provide code autocompletion, and it supports multiple languages and IDEs.</a:t>
            </a:r>
            <a:endParaRPr lang="en-US" sz="1600" dirty="0"/>
          </a:p>
          <a:p>
            <a:pPr algn="just">
              <a:buFont typeface=""/>
              <a:buChar char="•"/>
            </a:pPr>
            <a:r>
              <a:rPr lang="en-US" sz="1600" b="1" dirty="0"/>
              <a:t>AWS </a:t>
            </a:r>
            <a:r>
              <a:rPr lang="en-US" sz="1600" b="1" err="1"/>
              <a:t>CodeWhisperer</a:t>
            </a:r>
            <a:r>
              <a:rPr lang="en-US" sz="1600" dirty="0"/>
              <a:t>: A tool similar to Copilot that helps developers write code using natural language prompts, particularly suited for cloud-native projects.</a:t>
            </a:r>
            <a:endParaRPr lang="en-US" sz="1600" dirty="0">
              <a:solidFill>
                <a:srgbClr val="000000"/>
              </a:solidFill>
            </a:endParaRPr>
          </a:p>
          <a:p>
            <a:pPr algn="just">
              <a:buFont typeface=""/>
              <a:buChar char="•"/>
            </a:pPr>
            <a:r>
              <a:rPr lang="en-US" sz="1600" b="1" dirty="0" err="1">
                <a:solidFill>
                  <a:srgbClr val="1D1E2B"/>
                </a:solidFill>
              </a:rPr>
              <a:t>Replit</a:t>
            </a:r>
            <a:r>
              <a:rPr lang="en-US" sz="1600" b="1" dirty="0">
                <a:solidFill>
                  <a:srgbClr val="1D1E2B"/>
                </a:solidFill>
              </a:rPr>
              <a:t> Ghostwriter: </a:t>
            </a:r>
            <a:r>
              <a:rPr lang="en-US" sz="1600" dirty="0">
                <a:solidFill>
                  <a:srgbClr val="1D1E2B"/>
                </a:solidFill>
                <a:ea typeface="+mn-lt"/>
                <a:cs typeface="+mn-lt"/>
              </a:rPr>
              <a:t>Focuses on providing developers with code samples instead of code completions. Developers can describe the functionality they need, and Ghostwriter will generate a code snippet to achieve that functionality. </a:t>
            </a:r>
            <a:endParaRPr lang="en-US" dirty="0">
              <a:solidFill>
                <a:srgbClr val="000000"/>
              </a:solidFill>
            </a:endParaRPr>
          </a:p>
          <a:p>
            <a:pPr algn="just">
              <a:buFont typeface=""/>
              <a:buChar char="•"/>
            </a:pPr>
            <a:r>
              <a:rPr lang="en-US" sz="1600" b="1" dirty="0">
                <a:solidFill>
                  <a:srgbClr val="1D1E2B"/>
                </a:solidFill>
              </a:rPr>
              <a:t>Codium: </a:t>
            </a:r>
            <a:r>
              <a:rPr lang="en-US" sz="1600" dirty="0">
                <a:solidFill>
                  <a:srgbClr val="1D1E2B"/>
                </a:solidFill>
                <a:ea typeface="+mn-lt"/>
                <a:cs typeface="+mn-lt"/>
              </a:rPr>
              <a:t>deeply analyzes your code and offers improvements including the addition of docstrings, exception handling, and the implementation of other best practices. </a:t>
            </a:r>
            <a:endParaRPr lang="en-US" sz="1600" dirty="0"/>
          </a:p>
          <a:p>
            <a:pPr algn="just">
              <a:buFont typeface=""/>
              <a:buChar char="•"/>
            </a:pPr>
            <a:r>
              <a:rPr lang="en-US" sz="1600" b="1" err="1">
                <a:solidFill>
                  <a:srgbClr val="1D1E2B"/>
                </a:solidFill>
                <a:ea typeface="+mn-lt"/>
                <a:cs typeface="+mn-lt"/>
              </a:rPr>
              <a:t>AskCodi</a:t>
            </a:r>
            <a:r>
              <a:rPr lang="en-US" sz="1600" dirty="0">
                <a:solidFill>
                  <a:srgbClr val="1D1E2B"/>
                </a:solidFill>
                <a:ea typeface="+mn-lt"/>
                <a:cs typeface="+mn-lt"/>
              </a:rPr>
              <a:t>: takes a conversational approach to coding assistance. It understands and responds to developer questions in natural language, provide explanations, recommendations, and coding solutions in a dialogue format.</a:t>
            </a:r>
            <a:r>
              <a:rPr lang="en-US" sz="1500" dirty="0">
                <a:solidFill>
                  <a:srgbClr val="1D1E2B"/>
                </a:solidFill>
                <a:ea typeface="+mn-lt"/>
                <a:cs typeface="+mn-lt"/>
              </a:rPr>
              <a:t> </a:t>
            </a:r>
            <a:endParaRPr lang="en-US" sz="1600" dirty="0">
              <a:solidFill>
                <a:srgbClr val="1D1E2B"/>
              </a:solidFill>
            </a:endParaRPr>
          </a:p>
          <a:p>
            <a:pPr algn="just">
              <a:buFont typeface="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3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F9E11-F798-ACD3-2E76-1259C1D5911C}"/>
              </a:ext>
            </a:extLst>
          </p:cNvPr>
          <p:cNvSpPr txBox="1"/>
          <p:nvPr/>
        </p:nvSpPr>
        <p:spPr>
          <a:xfrm>
            <a:off x="225305" y="921779"/>
            <a:ext cx="586944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Use Case Fit</a:t>
            </a:r>
            <a:r>
              <a:rPr lang="en-US" sz="1600" dirty="0">
                <a:ea typeface="+mn-lt"/>
                <a:cs typeface="+mn-lt"/>
              </a:rPr>
              <a:t>: Choose the assistant based on your use case—whether you need it for </a:t>
            </a:r>
            <a:r>
              <a:rPr lang="en-US" sz="1600" b="1" dirty="0">
                <a:ea typeface="+mn-lt"/>
                <a:cs typeface="+mn-lt"/>
              </a:rPr>
              <a:t>code generation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b="1" dirty="0">
                <a:ea typeface="+mn-lt"/>
                <a:cs typeface="+mn-lt"/>
              </a:rPr>
              <a:t>autocompletion</a:t>
            </a:r>
            <a:r>
              <a:rPr lang="en-US" sz="1600" dirty="0">
                <a:ea typeface="+mn-lt"/>
                <a:cs typeface="+mn-lt"/>
              </a:rPr>
              <a:t>, or </a:t>
            </a:r>
            <a:r>
              <a:rPr lang="en-US" sz="1600" b="1" dirty="0">
                <a:ea typeface="+mn-lt"/>
                <a:cs typeface="+mn-lt"/>
              </a:rPr>
              <a:t>debugging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 algn="just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Programming Language Support</a:t>
            </a:r>
            <a:r>
              <a:rPr lang="en-US" sz="1600" dirty="0">
                <a:ea typeface="+mn-lt"/>
                <a:cs typeface="+mn-lt"/>
              </a:rPr>
              <a:t>: Different AI assistants have strengths in different languages, so choose one that supports your main stack (e.g., Python, Java, JavaScript).</a:t>
            </a:r>
          </a:p>
          <a:p>
            <a:pPr algn="just">
              <a:buFont typeface="Arial"/>
              <a:buChar char="•"/>
            </a:pPr>
            <a:endParaRPr lang="en-US" sz="1600" dirty="0"/>
          </a:p>
          <a:p>
            <a:pPr algn="just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Quality of Suggestions</a:t>
            </a:r>
            <a:r>
              <a:rPr lang="en-US" sz="1600" dirty="0">
                <a:ea typeface="+mn-lt"/>
                <a:cs typeface="+mn-lt"/>
              </a:rPr>
              <a:t>: Evaluate the model’s performance in producing correct and functional code. For example, </a:t>
            </a:r>
            <a:r>
              <a:rPr lang="en-US" sz="1600" b="1" dirty="0">
                <a:ea typeface="+mn-lt"/>
                <a:cs typeface="+mn-lt"/>
              </a:rPr>
              <a:t>GitHub Copilot</a:t>
            </a:r>
            <a:r>
              <a:rPr lang="en-US" sz="1600" dirty="0">
                <a:ea typeface="+mn-lt"/>
                <a:cs typeface="+mn-lt"/>
              </a:rPr>
              <a:t> is more suited for creative tasks, while </a:t>
            </a:r>
            <a:r>
              <a:rPr lang="en-US" sz="1600" b="1" err="1">
                <a:ea typeface="+mn-lt"/>
                <a:cs typeface="+mn-lt"/>
              </a:rPr>
              <a:t>TabNine</a:t>
            </a:r>
            <a:r>
              <a:rPr lang="en-US" sz="1600" dirty="0">
                <a:ea typeface="+mn-lt"/>
                <a:cs typeface="+mn-lt"/>
              </a:rPr>
              <a:t> offers quick autocompletions.</a:t>
            </a:r>
            <a:endParaRPr lang="en-US" sz="1600" dirty="0"/>
          </a:p>
          <a:p>
            <a:pPr algn="just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Context Awareness</a:t>
            </a:r>
            <a:r>
              <a:rPr lang="en-US" sz="1600" dirty="0">
                <a:ea typeface="+mn-lt"/>
                <a:cs typeface="+mn-lt"/>
              </a:rPr>
              <a:t>: Some assistants are better at maintaining context across multiple files or a larger project scope.</a:t>
            </a:r>
            <a:endParaRPr lang="en-US" sz="1600" dirty="0"/>
          </a:p>
          <a:p>
            <a:pPr algn="just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Integration and Usability</a:t>
            </a:r>
            <a:r>
              <a:rPr lang="en-US" sz="1600" dirty="0">
                <a:ea typeface="+mn-lt"/>
                <a:cs typeface="+mn-lt"/>
              </a:rPr>
              <a:t>: Consider how easily the assistant integrates into your existing IDE or development environment.</a:t>
            </a:r>
            <a:endParaRPr lang="en-US" sz="1600" dirty="0"/>
          </a:p>
          <a:p>
            <a:pPr algn="just">
              <a:buFont typeface=""/>
              <a:buChar char="•"/>
            </a:pPr>
            <a:endParaRPr lang="en-US" sz="1600" dirty="0"/>
          </a:p>
        </p:txBody>
      </p:sp>
      <p:sp>
        <p:nvSpPr>
          <p:cNvPr id="8" name="Título 4">
            <a:extLst>
              <a:ext uri="{FF2B5EF4-FFF2-40B4-BE49-F238E27FC236}">
                <a16:creationId xmlns:a16="http://schemas.microsoft.com/office/drawing/2014/main" id="{865AC648-4718-E91C-2EE7-C7AFBA343F2E}"/>
              </a:ext>
            </a:extLst>
          </p:cNvPr>
          <p:cNvSpPr>
            <a:spLocks noGrp="1"/>
          </p:cNvSpPr>
          <p:nvPr/>
        </p:nvSpPr>
        <p:spPr>
          <a:xfrm>
            <a:off x="810596" y="-225545"/>
            <a:ext cx="10294298" cy="90678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s-419" dirty="0" err="1">
                <a:solidFill>
                  <a:schemeClr val="tx1"/>
                </a:solidFill>
                <a:latin typeface="Arial Black"/>
              </a:rPr>
              <a:t>Technical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Criteria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for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Selecting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an</a:t>
            </a:r>
            <a:r>
              <a:rPr lang="es-419" dirty="0">
                <a:solidFill>
                  <a:schemeClr val="tx1"/>
                </a:solidFill>
                <a:latin typeface="Arial Black"/>
              </a:rPr>
              <a:t> AI </a:t>
            </a:r>
            <a:r>
              <a:rPr lang="es-419" dirty="0" err="1">
                <a:solidFill>
                  <a:schemeClr val="tx1"/>
                </a:solidFill>
                <a:latin typeface="Arial Black"/>
              </a:rPr>
              <a:t>Assistant</a:t>
            </a:r>
            <a:r>
              <a:rPr lang="es-419" b="0" dirty="0">
                <a:solidFill>
                  <a:schemeClr val="tx1"/>
                </a:solidFill>
                <a:latin typeface="Arial Black"/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A person shaking hands with a robot&#10;&#10;Description automatically generated">
            <a:extLst>
              <a:ext uri="{FF2B5EF4-FFF2-40B4-BE49-F238E27FC236}">
                <a16:creationId xmlns:a16="http://schemas.microsoft.com/office/drawing/2014/main" id="{51C982CB-2C1A-0CB5-71F7-EC24F14D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5" y="928777"/>
            <a:ext cx="3621298" cy="488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5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CEE9E-CA3F-07DE-7992-5C5404490F37}"/>
              </a:ext>
            </a:extLst>
          </p:cNvPr>
          <p:cNvSpPr txBox="1"/>
          <p:nvPr/>
        </p:nvSpPr>
        <p:spPr>
          <a:xfrm>
            <a:off x="1564459" y="431575"/>
            <a:ext cx="80515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ea typeface="+mn-lt"/>
                <a:cs typeface="+mn-lt"/>
              </a:rPr>
              <a:t>Hands-On Exercises Using AI Assistants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950E1-B4D4-A06B-19A4-15B9FFB5788A}"/>
              </a:ext>
            </a:extLst>
          </p:cNvPr>
          <p:cNvSpPr txBox="1"/>
          <p:nvPr/>
        </p:nvSpPr>
        <p:spPr>
          <a:xfrm>
            <a:off x="968348" y="1359462"/>
            <a:ext cx="92438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Easy Exercise: Basic Function Generation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: Write a function to calculate the factorial of a number.</a:t>
            </a:r>
          </a:p>
          <a:p>
            <a:r>
              <a:rPr lang="en-US" b="1" dirty="0">
                <a:ea typeface="+mn-lt"/>
                <a:cs typeface="+mn-lt"/>
              </a:rPr>
              <a:t>Expected Outcome</a:t>
            </a:r>
            <a:r>
              <a:rPr lang="en-US" dirty="0">
                <a:ea typeface="+mn-lt"/>
                <a:cs typeface="+mn-lt"/>
              </a:rPr>
              <a:t>: AI tools should generate a correct solution, but there may be differences in readability and efficiency.</a:t>
            </a:r>
            <a:endParaRPr lang="en-US" dirty="0"/>
          </a:p>
          <a:p>
            <a:pPr>
              <a:buFont typeface=""/>
              <a:buChar char="•"/>
            </a:pP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Medium Exercise: JSON Data Parsing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: Parse a JSON object and extract specific values.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Expected Outcome</a:t>
            </a:r>
            <a:r>
              <a:rPr lang="en-US" dirty="0">
                <a:ea typeface="+mn-lt"/>
                <a:cs typeface="+mn-lt"/>
              </a:rPr>
              <a:t>: Some assistants might handle nested structures better, or offer more sophisticated methods to parse data.</a:t>
            </a:r>
            <a:endParaRPr lang="en-US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Hard Exercise: Simple Web Server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: Write a NodeJS web server using </a:t>
            </a:r>
            <a:r>
              <a:rPr lang="en-US" b="1" dirty="0">
                <a:ea typeface="+mn-lt"/>
                <a:cs typeface="+mn-lt"/>
              </a:rPr>
              <a:t>express </a:t>
            </a:r>
            <a:r>
              <a:rPr lang="en-US" dirty="0">
                <a:ea typeface="+mn-lt"/>
                <a:cs typeface="+mn-lt"/>
              </a:rPr>
              <a:t>or any framework with JS or TS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that handles GET and POST requests.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Expected Outcome</a:t>
            </a:r>
            <a:r>
              <a:rPr lang="en-US" dirty="0">
                <a:ea typeface="+mn-lt"/>
                <a:cs typeface="+mn-lt"/>
              </a:rPr>
              <a:t>: More advanced assistants like </a:t>
            </a:r>
            <a:r>
              <a:rPr lang="en-US" b="1" dirty="0">
                <a:ea typeface="+mn-lt"/>
                <a:cs typeface="+mn-lt"/>
              </a:rPr>
              <a:t>GitHub Copilot</a:t>
            </a:r>
            <a:r>
              <a:rPr lang="en-US" dirty="0">
                <a:ea typeface="+mn-lt"/>
                <a:cs typeface="+mn-lt"/>
              </a:rPr>
              <a:t> are likely to provide more robust and complete solutions, whereas others may require more developer </a:t>
            </a:r>
            <a:r>
              <a:rPr lang="en-US">
                <a:ea typeface="+mn-lt"/>
                <a:cs typeface="+mn-lt"/>
              </a:rPr>
              <a:t>input.</a:t>
            </a:r>
            <a:endParaRPr lang="en-US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"/>
              <a:buChar char="•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36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FE712D-CCDA-BD08-A769-2C8823E4C25E}"/>
              </a:ext>
            </a:extLst>
          </p:cNvPr>
          <p:cNvSpPr txBox="1"/>
          <p:nvPr/>
        </p:nvSpPr>
        <p:spPr>
          <a:xfrm>
            <a:off x="745309" y="187992"/>
            <a:ext cx="10736188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/>
              <a:t>Reference Links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https://developero.io/blog/ai-for-developers</a:t>
            </a:r>
            <a:endParaRPr lang="en-US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endParaRPr lang="en-US" sz="2000" dirty="0">
              <a:ea typeface="+mn-lt"/>
              <a:cs typeface="+mn-lt"/>
            </a:endParaRPr>
          </a:p>
          <a:p>
            <a:pPr algn="just"/>
            <a:endParaRPr lang="en-US" sz="2000" dirty="0">
              <a:ea typeface="+mn-lt"/>
              <a:cs typeface="+mn-lt"/>
            </a:endParaRPr>
          </a:p>
          <a:p>
            <a:pPr algn="just"/>
            <a:r>
              <a:rPr lang="en-US" sz="2000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https://www.vailos.com/5-herramientas-inteligencia-artificial-programadores/</a:t>
            </a:r>
            <a:endParaRPr lang="en-US"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https://www.geeksforgeeks.org/best-ai-coding-assistants/</a:t>
            </a:r>
            <a:endParaRPr lang="en-US">
              <a:ea typeface="+mn-lt"/>
              <a:cs typeface="+mn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endParaRPr lang="en-US" sz="2000" dirty="0">
              <a:ea typeface="+mn-lt"/>
              <a:cs typeface="+mn-lt"/>
            </a:endParaRPr>
          </a:p>
          <a:p>
            <a:pPr algn="just"/>
            <a:endParaRPr lang="en-US" sz="2000" dirty="0">
              <a:ea typeface="+mn-lt"/>
              <a:cs typeface="+mn-lt"/>
            </a:endParaRPr>
          </a:p>
          <a:p>
            <a:pPr algn="just"/>
            <a:r>
              <a:rPr lang="en-US" sz="2000" dirty="0"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https://www.thedroidsonroids.com/blog/best-ai-coding-assistant-tools</a:t>
            </a:r>
            <a:endParaRPr lang="en-US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https://github.blog/ai-and-ml/generative-ai/how-ai-code-generation-works/</a:t>
            </a:r>
            <a:endParaRPr lang="en-US">
              <a:ea typeface="+mn-lt"/>
              <a:cs typeface="+mn-lt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endParaRPr lang="en-US" sz="2000" dirty="0"/>
          </a:p>
          <a:p>
            <a:pPr algn="just"/>
            <a:r>
              <a:rPr lang="en-US" sz="2000" dirty="0"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https://swimm.io/learn/ai-tools-for-developers/ai-code-assistants-key-capabilities-and-5-tools-to-know-about</a:t>
            </a:r>
            <a:endParaRPr lang="en-US"/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783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D785E69B-5295-B8F0-EEB5-F45D42370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8"/>
            <a:ext cx="12192000" cy="685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159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347</cp:revision>
  <dcterms:created xsi:type="dcterms:W3CDTF">2024-10-18T02:53:38Z</dcterms:created>
  <dcterms:modified xsi:type="dcterms:W3CDTF">2024-10-29T19:23:51Z</dcterms:modified>
</cp:coreProperties>
</file>