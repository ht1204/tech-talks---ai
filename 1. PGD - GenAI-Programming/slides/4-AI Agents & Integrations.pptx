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7" r:id="rId4"/>
    <p:sldId id="268" r:id="rId5"/>
    <p:sldId id="258" r:id="rId6"/>
    <p:sldId id="260" r:id="rId7"/>
    <p:sldId id="261" r:id="rId8"/>
    <p:sldId id="269"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B8A496-1880-4403-85C8-0153C647E428}" v="45" dt="2024-11-21T01:51:50.755"/>
    <p1510:client id="{73AF8440-2E90-463E-8C7C-CD11E785A6B7}" v="38" dt="2024-11-21T21:10:00.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Triana Lopez" userId="lNhGNRoEKTjvpZNftWYK8DHNXS2CM1UtyBegtxjJlqY=" providerId="None" clId="Web-{EC4159DB-0C9B-4E53-9E96-FBC75B52D2D8}"/>
    <pc:docChg chg="addSld modSld addMainMaster delMainMaster">
      <pc:chgData name="Hector Triana Lopez" userId="lNhGNRoEKTjvpZNftWYK8DHNXS2CM1UtyBegtxjJlqY=" providerId="None" clId="Web-{EC4159DB-0C9B-4E53-9E96-FBC75B52D2D8}" dt="2024-10-18T03:42:25.868" v="518"/>
      <pc:docMkLst>
        <pc:docMk/>
      </pc:docMkLst>
      <pc:sldChg chg="addSp delSp modSp mod modClrScheme chgLayout">
        <pc:chgData name="Hector Triana Lopez" userId="lNhGNRoEKTjvpZNftWYK8DHNXS2CM1UtyBegtxjJlqY=" providerId="None" clId="Web-{EC4159DB-0C9B-4E53-9E96-FBC75B52D2D8}" dt="2024-10-18T03:00:05.447" v="46"/>
        <pc:sldMkLst>
          <pc:docMk/>
          <pc:sldMk cId="109857222" sldId="256"/>
        </pc:sldMkLst>
        <pc:spChg chg="del">
          <ac:chgData name="Hector Triana Lopez" userId="lNhGNRoEKTjvpZNftWYK8DHNXS2CM1UtyBegtxjJlqY=" providerId="None" clId="Web-{EC4159DB-0C9B-4E53-9E96-FBC75B52D2D8}" dt="2024-10-18T02:55:59.203" v="0"/>
          <ac:spMkLst>
            <pc:docMk/>
            <pc:sldMk cId="109857222" sldId="256"/>
            <ac:spMk id="2" creationId="{00000000-0000-0000-0000-000000000000}"/>
          </ac:spMkLst>
        </pc:spChg>
        <pc:spChg chg="del">
          <ac:chgData name="Hector Triana Lopez" userId="lNhGNRoEKTjvpZNftWYK8DHNXS2CM1UtyBegtxjJlqY=" providerId="None" clId="Web-{EC4159DB-0C9B-4E53-9E96-FBC75B52D2D8}" dt="2024-10-18T02:56:01.063" v="1"/>
          <ac:spMkLst>
            <pc:docMk/>
            <pc:sldMk cId="109857222" sldId="256"/>
            <ac:spMk id="3" creationId="{00000000-0000-0000-0000-000000000000}"/>
          </ac:spMkLst>
        </pc:spChg>
        <pc:spChg chg="add mod">
          <ac:chgData name="Hector Triana Lopez" userId="lNhGNRoEKTjvpZNftWYK8DHNXS2CM1UtyBegtxjJlqY=" providerId="None" clId="Web-{EC4159DB-0C9B-4E53-9E96-FBC75B52D2D8}" dt="2024-10-18T02:57:21.270" v="41" actId="20577"/>
          <ac:spMkLst>
            <pc:docMk/>
            <pc:sldMk cId="109857222" sldId="256"/>
            <ac:spMk id="5" creationId="{524E7710-9BBE-3049-927A-5CB8DFA4FBE4}"/>
          </ac:spMkLst>
        </pc:spChg>
        <pc:picChg chg="add mod">
          <ac:chgData name="Hector Triana Lopez" userId="lNhGNRoEKTjvpZNftWYK8DHNXS2CM1UtyBegtxjJlqY=" providerId="None" clId="Web-{EC4159DB-0C9B-4E53-9E96-FBC75B52D2D8}" dt="2024-10-18T02:56:04.938" v="3" actId="1076"/>
          <ac:picMkLst>
            <pc:docMk/>
            <pc:sldMk cId="109857222" sldId="256"/>
            <ac:picMk id="4" creationId="{E7736100-1C19-0470-B7C9-75FF9FCF02A0}"/>
          </ac:picMkLst>
        </pc:picChg>
      </pc:sldChg>
      <pc:sldChg chg="addSp delSp modSp new mod modClrScheme chgLayout">
        <pc:chgData name="Hector Triana Lopez" userId="lNhGNRoEKTjvpZNftWYK8DHNXS2CM1UtyBegtxjJlqY=" providerId="None" clId="Web-{EC4159DB-0C9B-4E53-9E96-FBC75B52D2D8}" dt="2024-10-18T03:02:59.240" v="80" actId="1076"/>
        <pc:sldMkLst>
          <pc:docMk/>
          <pc:sldMk cId="205415128" sldId="257"/>
        </pc:sldMkLst>
        <pc:spChg chg="del">
          <ac:chgData name="Hector Triana Lopez" userId="lNhGNRoEKTjvpZNftWYK8DHNXS2CM1UtyBegtxjJlqY=" providerId="None" clId="Web-{EC4159DB-0C9B-4E53-9E96-FBC75B52D2D8}" dt="2024-10-18T02:57:58.662" v="43"/>
          <ac:spMkLst>
            <pc:docMk/>
            <pc:sldMk cId="205415128" sldId="257"/>
            <ac:spMk id="2" creationId="{977F2881-6B19-760D-3554-A0A1F849B177}"/>
          </ac:spMkLst>
        </pc:spChg>
        <pc:spChg chg="del">
          <ac:chgData name="Hector Triana Lopez" userId="lNhGNRoEKTjvpZNftWYK8DHNXS2CM1UtyBegtxjJlqY=" providerId="None" clId="Web-{EC4159DB-0C9B-4E53-9E96-FBC75B52D2D8}" dt="2024-10-18T02:58:00.850" v="44"/>
          <ac:spMkLst>
            <pc:docMk/>
            <pc:sldMk cId="205415128" sldId="257"/>
            <ac:spMk id="3" creationId="{AB7D7ABF-05B3-FB5D-4AD8-9F605D71B664}"/>
          </ac:spMkLst>
        </pc:spChg>
        <pc:spChg chg="add mod">
          <ac:chgData name="Hector Triana Lopez" userId="lNhGNRoEKTjvpZNftWYK8DHNXS2CM1UtyBegtxjJlqY=" providerId="None" clId="Web-{EC4159DB-0C9B-4E53-9E96-FBC75B52D2D8}" dt="2024-10-18T03:02:14.880" v="62" actId="1076"/>
          <ac:spMkLst>
            <pc:docMk/>
            <pc:sldMk cId="205415128" sldId="257"/>
            <ac:spMk id="4" creationId="{23BD9D59-B0B6-F06D-D922-AAA3AA001612}"/>
          </ac:spMkLst>
        </pc:spChg>
        <pc:spChg chg="add mod">
          <ac:chgData name="Hector Triana Lopez" userId="lNhGNRoEKTjvpZNftWYK8DHNXS2CM1UtyBegtxjJlqY=" providerId="None" clId="Web-{EC4159DB-0C9B-4E53-9E96-FBC75B52D2D8}" dt="2024-10-18T03:02:53.818" v="78" actId="20577"/>
          <ac:spMkLst>
            <pc:docMk/>
            <pc:sldMk cId="205415128" sldId="257"/>
            <ac:spMk id="5" creationId="{A47A22CD-F09D-AE5F-9D39-CFCC3F8EFC9B}"/>
          </ac:spMkLst>
        </pc:spChg>
        <pc:picChg chg="add mod">
          <ac:chgData name="Hector Triana Lopez" userId="lNhGNRoEKTjvpZNftWYK8DHNXS2CM1UtyBegtxjJlqY=" providerId="None" clId="Web-{EC4159DB-0C9B-4E53-9E96-FBC75B52D2D8}" dt="2024-10-18T03:02:59.240" v="80" actId="1076"/>
          <ac:picMkLst>
            <pc:docMk/>
            <pc:sldMk cId="205415128" sldId="257"/>
            <ac:picMk id="6" creationId="{0658E172-0992-C5E4-1FF4-B5D3950F589A}"/>
          </ac:picMkLst>
        </pc:picChg>
      </pc:sldChg>
      <pc:sldChg chg="addSp modSp new">
        <pc:chgData name="Hector Triana Lopez" userId="lNhGNRoEKTjvpZNftWYK8DHNXS2CM1UtyBegtxjJlqY=" providerId="None" clId="Web-{EC4159DB-0C9B-4E53-9E96-FBC75B52D2D8}" dt="2024-10-18T03:06:43.482" v="114" actId="1076"/>
        <pc:sldMkLst>
          <pc:docMk/>
          <pc:sldMk cId="2423518267" sldId="258"/>
        </pc:sldMkLst>
        <pc:spChg chg="add mod">
          <ac:chgData name="Hector Triana Lopez" userId="lNhGNRoEKTjvpZNftWYK8DHNXS2CM1UtyBegtxjJlqY=" providerId="None" clId="Web-{EC4159DB-0C9B-4E53-9E96-FBC75B52D2D8}" dt="2024-10-18T03:05:29.651" v="100" actId="1076"/>
          <ac:spMkLst>
            <pc:docMk/>
            <pc:sldMk cId="2423518267" sldId="258"/>
            <ac:spMk id="4" creationId="{E7409DC5-F417-C79E-B569-117BA56F35E6}"/>
          </ac:spMkLst>
        </pc:spChg>
        <pc:spChg chg="add mod">
          <ac:chgData name="Hector Triana Lopez" userId="lNhGNRoEKTjvpZNftWYK8DHNXS2CM1UtyBegtxjJlqY=" providerId="None" clId="Web-{EC4159DB-0C9B-4E53-9E96-FBC75B52D2D8}" dt="2024-10-18T03:06:17.403" v="108" actId="1076"/>
          <ac:spMkLst>
            <pc:docMk/>
            <pc:sldMk cId="2423518267" sldId="258"/>
            <ac:spMk id="5" creationId="{AE41CB5C-18DE-AEBB-10E7-9412C23A1F27}"/>
          </ac:spMkLst>
        </pc:spChg>
        <pc:picChg chg="add mod">
          <ac:chgData name="Hector Triana Lopez" userId="lNhGNRoEKTjvpZNftWYK8DHNXS2CM1UtyBegtxjJlqY=" providerId="None" clId="Web-{EC4159DB-0C9B-4E53-9E96-FBC75B52D2D8}" dt="2024-10-18T03:06:41.419" v="113" actId="1076"/>
          <ac:picMkLst>
            <pc:docMk/>
            <pc:sldMk cId="2423518267" sldId="258"/>
            <ac:picMk id="2" creationId="{F2B030FD-AC4C-0154-1CD2-70BF28D94A00}"/>
          </ac:picMkLst>
        </pc:picChg>
        <pc:picChg chg="add mod">
          <ac:chgData name="Hector Triana Lopez" userId="lNhGNRoEKTjvpZNftWYK8DHNXS2CM1UtyBegtxjJlqY=" providerId="None" clId="Web-{EC4159DB-0C9B-4E53-9E96-FBC75B52D2D8}" dt="2024-10-18T03:06:43.482" v="114" actId="1076"/>
          <ac:picMkLst>
            <pc:docMk/>
            <pc:sldMk cId="2423518267" sldId="258"/>
            <ac:picMk id="3" creationId="{BDBD9C9C-DF6F-DFA6-1EFE-12F37E6E7BD8}"/>
          </ac:picMkLst>
        </pc:picChg>
      </pc:sldChg>
      <pc:sldChg chg="addSp modSp new">
        <pc:chgData name="Hector Triana Lopez" userId="lNhGNRoEKTjvpZNftWYK8DHNXS2CM1UtyBegtxjJlqY=" providerId="None" clId="Web-{EC4159DB-0C9B-4E53-9E96-FBC75B52D2D8}" dt="2024-10-18T03:11:16.678" v="184" actId="1076"/>
        <pc:sldMkLst>
          <pc:docMk/>
          <pc:sldMk cId="2177410942" sldId="259"/>
        </pc:sldMkLst>
        <pc:spChg chg="add mod">
          <ac:chgData name="Hector Triana Lopez" userId="lNhGNRoEKTjvpZNftWYK8DHNXS2CM1UtyBegtxjJlqY=" providerId="None" clId="Web-{EC4159DB-0C9B-4E53-9E96-FBC75B52D2D8}" dt="2024-10-18T03:09:45.550" v="165"/>
          <ac:spMkLst>
            <pc:docMk/>
            <pc:sldMk cId="2177410942" sldId="259"/>
            <ac:spMk id="2" creationId="{0E9E773C-F16D-954C-8B74-9BBBC8E34DBE}"/>
          </ac:spMkLst>
        </pc:spChg>
        <pc:spChg chg="add mod">
          <ac:chgData name="Hector Triana Lopez" userId="lNhGNRoEKTjvpZNftWYK8DHNXS2CM1UtyBegtxjJlqY=" providerId="None" clId="Web-{EC4159DB-0C9B-4E53-9E96-FBC75B52D2D8}" dt="2024-10-18T03:11:15.568" v="183" actId="1076"/>
          <ac:spMkLst>
            <pc:docMk/>
            <pc:sldMk cId="2177410942" sldId="259"/>
            <ac:spMk id="4" creationId="{00DC6913-AF25-CDCC-1372-C0EF36C72115}"/>
          </ac:spMkLst>
        </pc:spChg>
        <pc:picChg chg="add mod">
          <ac:chgData name="Hector Triana Lopez" userId="lNhGNRoEKTjvpZNftWYK8DHNXS2CM1UtyBegtxjJlqY=" providerId="None" clId="Web-{EC4159DB-0C9B-4E53-9E96-FBC75B52D2D8}" dt="2024-10-18T03:11:16.678" v="184" actId="1076"/>
          <ac:picMkLst>
            <pc:docMk/>
            <pc:sldMk cId="2177410942" sldId="259"/>
            <ac:picMk id="3" creationId="{5BAB3CE8-FA8B-0374-6665-9E094001A5F0}"/>
          </ac:picMkLst>
        </pc:picChg>
      </pc:sldChg>
      <pc:sldChg chg="addSp modSp new">
        <pc:chgData name="Hector Triana Lopez" userId="lNhGNRoEKTjvpZNftWYK8DHNXS2CM1UtyBegtxjJlqY=" providerId="None" clId="Web-{EC4159DB-0C9B-4E53-9E96-FBC75B52D2D8}" dt="2024-10-18T03:24:47.192" v="221" actId="1076"/>
        <pc:sldMkLst>
          <pc:docMk/>
          <pc:sldMk cId="3446434520" sldId="260"/>
        </pc:sldMkLst>
        <pc:spChg chg="add mod">
          <ac:chgData name="Hector Triana Lopez" userId="lNhGNRoEKTjvpZNftWYK8DHNXS2CM1UtyBegtxjJlqY=" providerId="None" clId="Web-{EC4159DB-0C9B-4E53-9E96-FBC75B52D2D8}" dt="2024-10-18T03:12:22.742" v="194" actId="20577"/>
          <ac:spMkLst>
            <pc:docMk/>
            <pc:sldMk cId="3446434520" sldId="260"/>
            <ac:spMk id="2" creationId="{53F6117F-E69D-3BDF-0FDD-0A88CF949B86}"/>
          </ac:spMkLst>
        </pc:spChg>
        <pc:spChg chg="add mod">
          <ac:chgData name="Hector Triana Lopez" userId="lNhGNRoEKTjvpZNftWYK8DHNXS2CM1UtyBegtxjJlqY=" providerId="None" clId="Web-{EC4159DB-0C9B-4E53-9E96-FBC75B52D2D8}" dt="2024-10-18T03:24:47.192" v="221" actId="1076"/>
          <ac:spMkLst>
            <pc:docMk/>
            <pc:sldMk cId="3446434520" sldId="260"/>
            <ac:spMk id="5" creationId="{5EA0F0E4-3FC5-4455-C4A2-0D351A0520FB}"/>
          </ac:spMkLst>
        </pc:spChg>
        <pc:picChg chg="add mod">
          <ac:chgData name="Hector Triana Lopez" userId="lNhGNRoEKTjvpZNftWYK8DHNXS2CM1UtyBegtxjJlqY=" providerId="None" clId="Web-{EC4159DB-0C9B-4E53-9E96-FBC75B52D2D8}" dt="2024-10-18T03:13:55.526" v="198" actId="1076"/>
          <ac:picMkLst>
            <pc:docMk/>
            <pc:sldMk cId="3446434520" sldId="260"/>
            <ac:picMk id="3" creationId="{F569A88F-B6F8-6EC6-2750-C84007FE75D5}"/>
          </ac:picMkLst>
        </pc:picChg>
        <pc:picChg chg="add mod">
          <ac:chgData name="Hector Triana Lopez" userId="lNhGNRoEKTjvpZNftWYK8DHNXS2CM1UtyBegtxjJlqY=" providerId="None" clId="Web-{EC4159DB-0C9B-4E53-9E96-FBC75B52D2D8}" dt="2024-10-18T03:14:44.481" v="202" actId="14100"/>
          <ac:picMkLst>
            <pc:docMk/>
            <pc:sldMk cId="3446434520" sldId="260"/>
            <ac:picMk id="4" creationId="{E2F2DD8E-53A6-ABF1-07C7-FF380F079A12}"/>
          </ac:picMkLst>
        </pc:picChg>
      </pc:sldChg>
      <pc:sldChg chg="addSp modSp new">
        <pc:chgData name="Hector Triana Lopez" userId="lNhGNRoEKTjvpZNftWYK8DHNXS2CM1UtyBegtxjJlqY=" providerId="None" clId="Web-{EC4159DB-0C9B-4E53-9E96-FBC75B52D2D8}" dt="2024-10-18T03:31:17.173" v="266" actId="14100"/>
        <pc:sldMkLst>
          <pc:docMk/>
          <pc:sldMk cId="2448954374" sldId="261"/>
        </pc:sldMkLst>
        <pc:spChg chg="add mod">
          <ac:chgData name="Hector Triana Lopez" userId="lNhGNRoEKTjvpZNftWYK8DHNXS2CM1UtyBegtxjJlqY=" providerId="None" clId="Web-{EC4159DB-0C9B-4E53-9E96-FBC75B52D2D8}" dt="2024-10-18T03:26:25.179" v="230" actId="20577"/>
          <ac:spMkLst>
            <pc:docMk/>
            <pc:sldMk cId="2448954374" sldId="261"/>
            <ac:spMk id="2" creationId="{C2DF9E11-F798-ACD3-2E76-1259C1D5911C}"/>
          </ac:spMkLst>
        </pc:spChg>
        <pc:spChg chg="add mod">
          <ac:chgData name="Hector Triana Lopez" userId="lNhGNRoEKTjvpZNftWYK8DHNXS2CM1UtyBegtxjJlqY=" providerId="None" clId="Web-{EC4159DB-0C9B-4E53-9E96-FBC75B52D2D8}" dt="2024-10-18T03:31:14.298" v="264" actId="1076"/>
          <ac:spMkLst>
            <pc:docMk/>
            <pc:sldMk cId="2448954374" sldId="261"/>
            <ac:spMk id="3" creationId="{204244AB-2BB5-6F2A-6309-6D4017E91914}"/>
          </ac:spMkLst>
        </pc:spChg>
        <pc:picChg chg="add mod">
          <ac:chgData name="Hector Triana Lopez" userId="lNhGNRoEKTjvpZNftWYK8DHNXS2CM1UtyBegtxjJlqY=" providerId="None" clId="Web-{EC4159DB-0C9B-4E53-9E96-FBC75B52D2D8}" dt="2024-10-18T03:30:22.265" v="259" actId="1076"/>
          <ac:picMkLst>
            <pc:docMk/>
            <pc:sldMk cId="2448954374" sldId="261"/>
            <ac:picMk id="4" creationId="{122AB780-F627-AB1E-441F-1A7840589BBC}"/>
          </ac:picMkLst>
        </pc:picChg>
        <pc:picChg chg="add mod">
          <ac:chgData name="Hector Triana Lopez" userId="lNhGNRoEKTjvpZNftWYK8DHNXS2CM1UtyBegtxjJlqY=" providerId="None" clId="Web-{EC4159DB-0C9B-4E53-9E96-FBC75B52D2D8}" dt="2024-10-18T03:30:45.735" v="261" actId="1076"/>
          <ac:picMkLst>
            <pc:docMk/>
            <pc:sldMk cId="2448954374" sldId="261"/>
            <ac:picMk id="5" creationId="{7FF10CD5-D47B-0E67-C23C-225F5080B938}"/>
          </ac:picMkLst>
        </pc:picChg>
        <pc:picChg chg="add mod">
          <ac:chgData name="Hector Triana Lopez" userId="lNhGNRoEKTjvpZNftWYK8DHNXS2CM1UtyBegtxjJlqY=" providerId="None" clId="Web-{EC4159DB-0C9B-4E53-9E96-FBC75B52D2D8}" dt="2024-10-18T03:31:17.173" v="266" actId="14100"/>
          <ac:picMkLst>
            <pc:docMk/>
            <pc:sldMk cId="2448954374" sldId="261"/>
            <ac:picMk id="6" creationId="{A75BE47E-410F-0C64-D663-6DF607657B02}"/>
          </ac:picMkLst>
        </pc:picChg>
      </pc:sldChg>
      <pc:sldChg chg="addSp modSp new">
        <pc:chgData name="Hector Triana Lopez" userId="lNhGNRoEKTjvpZNftWYK8DHNXS2CM1UtyBegtxjJlqY=" providerId="None" clId="Web-{EC4159DB-0C9B-4E53-9E96-FBC75B52D2D8}" dt="2024-10-18T03:39:01.705" v="431" actId="1076"/>
        <pc:sldMkLst>
          <pc:docMk/>
          <pc:sldMk cId="303365160" sldId="262"/>
        </pc:sldMkLst>
        <pc:spChg chg="add mod">
          <ac:chgData name="Hector Triana Lopez" userId="lNhGNRoEKTjvpZNftWYK8DHNXS2CM1UtyBegtxjJlqY=" providerId="None" clId="Web-{EC4159DB-0C9B-4E53-9E96-FBC75B52D2D8}" dt="2024-10-18T03:32:12.441" v="273" actId="20577"/>
          <ac:spMkLst>
            <pc:docMk/>
            <pc:sldMk cId="303365160" sldId="262"/>
            <ac:spMk id="2" creationId="{7F6CEE9E-CA3F-07DE-7992-5C5404490F37}"/>
          </ac:spMkLst>
        </pc:spChg>
        <pc:spChg chg="add mod">
          <ac:chgData name="Hector Triana Lopez" userId="lNhGNRoEKTjvpZNftWYK8DHNXS2CM1UtyBegtxjJlqY=" providerId="None" clId="Web-{EC4159DB-0C9B-4E53-9E96-FBC75B52D2D8}" dt="2024-10-18T03:39:01.705" v="431" actId="1076"/>
          <ac:spMkLst>
            <pc:docMk/>
            <pc:sldMk cId="303365160" sldId="262"/>
            <ac:spMk id="3" creationId="{15A950E1-B4D4-A06B-19A4-15B9FFB5788A}"/>
          </ac:spMkLst>
        </pc:spChg>
      </pc:sldChg>
      <pc:sldChg chg="addSp modSp new">
        <pc:chgData name="Hector Triana Lopez" userId="lNhGNRoEKTjvpZNftWYK8DHNXS2CM1UtyBegtxjJlqY=" providerId="None" clId="Web-{EC4159DB-0C9B-4E53-9E96-FBC75B52D2D8}" dt="2024-10-18T03:41:17.694" v="516" actId="14100"/>
        <pc:sldMkLst>
          <pc:docMk/>
          <pc:sldMk cId="3541783162" sldId="263"/>
        </pc:sldMkLst>
        <pc:spChg chg="add mod">
          <ac:chgData name="Hector Triana Lopez" userId="lNhGNRoEKTjvpZNftWYK8DHNXS2CM1UtyBegtxjJlqY=" providerId="None" clId="Web-{EC4159DB-0C9B-4E53-9E96-FBC75B52D2D8}" dt="2024-10-18T03:41:17.694" v="516" actId="14100"/>
          <ac:spMkLst>
            <pc:docMk/>
            <pc:sldMk cId="3541783162" sldId="263"/>
            <ac:spMk id="3" creationId="{EBFE712D-CCDA-BD08-A769-2C8823E4C25E}"/>
          </ac:spMkLst>
        </pc:spChg>
      </pc:sldChg>
      <pc:sldChg chg="addSp modSp new">
        <pc:chgData name="Hector Triana Lopez" userId="lNhGNRoEKTjvpZNftWYK8DHNXS2CM1UtyBegtxjJlqY=" providerId="None" clId="Web-{EC4159DB-0C9B-4E53-9E96-FBC75B52D2D8}" dt="2024-10-18T03:42:25.868" v="518"/>
        <pc:sldMkLst>
          <pc:docMk/>
          <pc:sldMk cId="857115922" sldId="264"/>
        </pc:sldMkLst>
        <pc:picChg chg="add mod">
          <ac:chgData name="Hector Triana Lopez" userId="lNhGNRoEKTjvpZNftWYK8DHNXS2CM1UtyBegtxjJlqY=" providerId="None" clId="Web-{EC4159DB-0C9B-4E53-9E96-FBC75B52D2D8}" dt="2024-10-18T03:42:25.868" v="518"/>
          <ac:picMkLst>
            <pc:docMk/>
            <pc:sldMk cId="857115922" sldId="264"/>
            <ac:picMk id="2" creationId="{D785E69B-5295-B8F0-EEB5-F45D42370707}"/>
          </ac:picMkLst>
        </pc:picChg>
      </pc:sldChg>
      <pc:sldMasterChg chg="del delSldLayout">
        <pc:chgData name="Hector Triana Lopez" userId="lNhGNRoEKTjvpZNftWYK8DHNXS2CM1UtyBegtxjJlqY=" providerId="None" clId="Web-{EC4159DB-0C9B-4E53-9E96-FBC75B52D2D8}" dt="2024-10-18T03:00:05.447" v="46"/>
        <pc:sldMasterMkLst>
          <pc:docMk/>
          <pc:sldMasterMk cId="2460954070" sldId="2147483660"/>
        </pc:sldMasterMkLst>
        <pc:sldLayoutChg chg="del">
          <pc:chgData name="Hector Triana Lopez" userId="lNhGNRoEKTjvpZNftWYK8DHNXS2CM1UtyBegtxjJlqY=" providerId="None" clId="Web-{EC4159DB-0C9B-4E53-9E96-FBC75B52D2D8}" dt="2024-10-18T03:00:05.447" v="46"/>
          <pc:sldLayoutMkLst>
            <pc:docMk/>
            <pc:sldMasterMk cId="2460954070" sldId="2147483660"/>
            <pc:sldLayoutMk cId="2385387890" sldId="2147483661"/>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949138452" sldId="2147483662"/>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591524520" sldId="2147483663"/>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203092039" sldId="2147483664"/>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733172339" sldId="2147483665"/>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210312558" sldId="2147483666"/>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46388984" sldId="2147483667"/>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71841454" sldId="2147483668"/>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718958274" sldId="2147483669"/>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202905451" sldId="2147483670"/>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479445657" sldId="2147483671"/>
          </pc:sldLayoutMkLst>
        </pc:sldLayoutChg>
      </pc:sldMasterChg>
      <pc:sldMasterChg chg="add addSldLayout modSldLayout">
        <pc:chgData name="Hector Triana Lopez" userId="lNhGNRoEKTjvpZNftWYK8DHNXS2CM1UtyBegtxjJlqY=" providerId="None" clId="Web-{EC4159DB-0C9B-4E53-9E96-FBC75B52D2D8}" dt="2024-10-18T03:00:05.447" v="46"/>
        <pc:sldMasterMkLst>
          <pc:docMk/>
          <pc:sldMasterMk cId="401274422" sldId="2147483672"/>
        </pc:sldMasterMkLst>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653680015" sldId="214748367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758983242" sldId="214748367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342231770" sldId="214748367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44647732" sldId="214748367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963408555" sldId="214748367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31457990" sldId="2147483678"/>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772601447" sldId="2147483679"/>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100366042" sldId="2147483680"/>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127310476" sldId="2147483681"/>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324548122" sldId="2147483682"/>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940631465" sldId="214748368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4084397947" sldId="214748368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588285329" sldId="214748368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263591416" sldId="214748368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94588000" sldId="214748368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954847349" sldId="2147483688"/>
          </pc:sldLayoutMkLst>
        </pc:sldLayoutChg>
      </pc:sldMasterChg>
    </pc:docChg>
  </pc:docChgLst>
  <pc:docChgLst>
    <pc:chgData name="Hector Triana Lopez" userId="lNhGNRoEKTjvpZNftWYK8DHNXS2CM1UtyBegtxjJlqY=" providerId="None" clId="Web-{899DEB72-1F2E-4FC9-824E-C82EB8D28076}"/>
    <pc:docChg chg="modSld">
      <pc:chgData name="Hector Triana Lopez" userId="lNhGNRoEKTjvpZNftWYK8DHNXS2CM1UtyBegtxjJlqY=" providerId="None" clId="Web-{899DEB72-1F2E-4FC9-824E-C82EB8D28076}" dt="2024-11-13T03:47:11.019" v="4"/>
      <pc:docMkLst>
        <pc:docMk/>
      </pc:docMkLst>
      <pc:sldChg chg="delSp">
        <pc:chgData name="Hector Triana Lopez" userId="lNhGNRoEKTjvpZNftWYK8DHNXS2CM1UtyBegtxjJlqY=" providerId="None" clId="Web-{899DEB72-1F2E-4FC9-824E-C82EB8D28076}" dt="2024-11-13T03:47:11.019" v="4"/>
        <pc:sldMkLst>
          <pc:docMk/>
          <pc:sldMk cId="3446434520" sldId="260"/>
        </pc:sldMkLst>
        <pc:spChg chg="del">
          <ac:chgData name="Hector Triana Lopez" userId="lNhGNRoEKTjvpZNftWYK8DHNXS2CM1UtyBegtxjJlqY=" providerId="None" clId="Web-{899DEB72-1F2E-4FC9-824E-C82EB8D28076}" dt="2024-11-13T03:47:11.019" v="2"/>
          <ac:spMkLst>
            <pc:docMk/>
            <pc:sldMk cId="3446434520" sldId="260"/>
            <ac:spMk id="4" creationId="{E98FD9AA-2530-2DD5-7EAE-4C7449A8FFA2}"/>
          </ac:spMkLst>
        </pc:spChg>
        <pc:spChg chg="del">
          <ac:chgData name="Hector Triana Lopez" userId="lNhGNRoEKTjvpZNftWYK8DHNXS2CM1UtyBegtxjJlqY=" providerId="None" clId="Web-{899DEB72-1F2E-4FC9-824E-C82EB8D28076}" dt="2024-11-13T03:47:11.019" v="1"/>
          <ac:spMkLst>
            <pc:docMk/>
            <pc:sldMk cId="3446434520" sldId="260"/>
            <ac:spMk id="5" creationId="{CDDC28EE-6D71-D263-4B4F-58FD68E38CB6}"/>
          </ac:spMkLst>
        </pc:spChg>
        <pc:picChg chg="del">
          <ac:chgData name="Hector Triana Lopez" userId="lNhGNRoEKTjvpZNftWYK8DHNXS2CM1UtyBegtxjJlqY=" providerId="None" clId="Web-{899DEB72-1F2E-4FC9-824E-C82EB8D28076}" dt="2024-11-13T03:47:11.019" v="4"/>
          <ac:picMkLst>
            <pc:docMk/>
            <pc:sldMk cId="3446434520" sldId="260"/>
            <ac:picMk id="2" creationId="{6F9795D9-1E61-C919-3D77-71A4486C12CC}"/>
          </ac:picMkLst>
        </pc:picChg>
        <pc:picChg chg="del">
          <ac:chgData name="Hector Triana Lopez" userId="lNhGNRoEKTjvpZNftWYK8DHNXS2CM1UtyBegtxjJlqY=" providerId="None" clId="Web-{899DEB72-1F2E-4FC9-824E-C82EB8D28076}" dt="2024-11-13T03:47:11.019" v="3"/>
          <ac:picMkLst>
            <pc:docMk/>
            <pc:sldMk cId="3446434520" sldId="260"/>
            <ac:picMk id="3" creationId="{6F5053D2-56E1-FE2D-8C1F-47552C0F1707}"/>
          </ac:picMkLst>
        </pc:picChg>
        <pc:picChg chg="del">
          <ac:chgData name="Hector Triana Lopez" userId="lNhGNRoEKTjvpZNftWYK8DHNXS2CM1UtyBegtxjJlqY=" providerId="None" clId="Web-{899DEB72-1F2E-4FC9-824E-C82EB8D28076}" dt="2024-11-13T03:47:11.019" v="0"/>
          <ac:picMkLst>
            <pc:docMk/>
            <pc:sldMk cId="3446434520" sldId="260"/>
            <ac:picMk id="6" creationId="{F42F985B-DC1C-E63C-7688-69FD0541B13C}"/>
          </ac:picMkLst>
        </pc:picChg>
      </pc:sldChg>
    </pc:docChg>
  </pc:docChgLst>
  <pc:docChgLst>
    <pc:chgData name="Hector Triana Lopez" userId="lNhGNRoEKTjvpZNftWYK8DHNXS2CM1UtyBegtxjJlqY=" providerId="None" clId="Web-{EEA5C15C-8C2D-4A19-9B37-F48071F69D8D}"/>
    <pc:docChg chg="modSld">
      <pc:chgData name="Hector Triana Lopez" userId="lNhGNRoEKTjvpZNftWYK8DHNXS2CM1UtyBegtxjJlqY=" providerId="None" clId="Web-{EEA5C15C-8C2D-4A19-9B37-F48071F69D8D}" dt="2024-10-29T03:16:27.166" v="5" actId="20577"/>
      <pc:docMkLst>
        <pc:docMk/>
      </pc:docMkLst>
      <pc:sldChg chg="modSp">
        <pc:chgData name="Hector Triana Lopez" userId="lNhGNRoEKTjvpZNftWYK8DHNXS2CM1UtyBegtxjJlqY=" providerId="None" clId="Web-{EEA5C15C-8C2D-4A19-9B37-F48071F69D8D}" dt="2024-10-29T03:16:27.166" v="5" actId="20577"/>
        <pc:sldMkLst>
          <pc:docMk/>
          <pc:sldMk cId="109857222" sldId="256"/>
        </pc:sldMkLst>
        <pc:spChg chg="mod">
          <ac:chgData name="Hector Triana Lopez" userId="lNhGNRoEKTjvpZNftWYK8DHNXS2CM1UtyBegtxjJlqY=" providerId="None" clId="Web-{EEA5C15C-8C2D-4A19-9B37-F48071F69D8D}" dt="2024-10-29T03:16:27.166" v="5" actId="20577"/>
          <ac:spMkLst>
            <pc:docMk/>
            <pc:sldMk cId="109857222" sldId="256"/>
            <ac:spMk id="5" creationId="{524E7710-9BBE-3049-927A-5CB8DFA4FBE4}"/>
          </ac:spMkLst>
        </pc:spChg>
      </pc:sldChg>
    </pc:docChg>
  </pc:docChgLst>
  <pc:docChgLst>
    <pc:chgData name="Hector Triana Lopez" userId="lNhGNRoEKTjvpZNftWYK8DHNXS2CM1UtyBegtxjJlqY=" providerId="None" clId="Web-{73AF8440-2E90-463E-8C7C-CD11E785A6B7}"/>
    <pc:docChg chg="modSld">
      <pc:chgData name="Hector Triana Lopez" userId="lNhGNRoEKTjvpZNftWYK8DHNXS2CM1UtyBegtxjJlqY=" providerId="None" clId="Web-{73AF8440-2E90-463E-8C7C-CD11E785A6B7}" dt="2024-11-21T21:09:33.391" v="18" actId="20577"/>
      <pc:docMkLst>
        <pc:docMk/>
      </pc:docMkLst>
      <pc:sldChg chg="modSp">
        <pc:chgData name="Hector Triana Lopez" userId="lNhGNRoEKTjvpZNftWYK8DHNXS2CM1UtyBegtxjJlqY=" providerId="None" clId="Web-{73AF8440-2E90-463E-8C7C-CD11E785A6B7}" dt="2024-11-21T21:09:33.391" v="18" actId="20577"/>
        <pc:sldMkLst>
          <pc:docMk/>
          <pc:sldMk cId="2448954374" sldId="261"/>
        </pc:sldMkLst>
        <pc:spChg chg="mod">
          <ac:chgData name="Hector Triana Lopez" userId="lNhGNRoEKTjvpZNftWYK8DHNXS2CM1UtyBegtxjJlqY=" providerId="None" clId="Web-{73AF8440-2E90-463E-8C7C-CD11E785A6B7}" dt="2024-11-21T21:09:33.391" v="18" actId="20577"/>
          <ac:spMkLst>
            <pc:docMk/>
            <pc:sldMk cId="2448954374" sldId="261"/>
            <ac:spMk id="7" creationId="{86BF4B10-7D0E-1078-E480-05096064781F}"/>
          </ac:spMkLst>
        </pc:spChg>
      </pc:sldChg>
    </pc:docChg>
  </pc:docChgLst>
  <pc:docChgLst>
    <pc:chgData name="Hector Triana Lopez" userId="lNhGNRoEKTjvpZNftWYK8DHNXS2CM1UtyBegtxjJlqY=" providerId="None" clId="Web-{701CAB61-1FD7-44F7-9D81-0DBFFF8B1225}"/>
    <pc:docChg chg="modSld">
      <pc:chgData name="Hector Triana Lopez" userId="lNhGNRoEKTjvpZNftWYK8DHNXS2CM1UtyBegtxjJlqY=" providerId="None" clId="Web-{701CAB61-1FD7-44F7-9D81-0DBFFF8B1225}" dt="2024-11-13T17:08:32.619" v="275" actId="20577"/>
      <pc:docMkLst>
        <pc:docMk/>
      </pc:docMkLst>
      <pc:sldChg chg="addSp delSp modSp">
        <pc:chgData name="Hector Triana Lopez" userId="lNhGNRoEKTjvpZNftWYK8DHNXS2CM1UtyBegtxjJlqY=" providerId="None" clId="Web-{701CAB61-1FD7-44F7-9D81-0DBFFF8B1225}" dt="2024-11-13T16:10:56.883" v="72" actId="20577"/>
        <pc:sldMkLst>
          <pc:docMk/>
          <pc:sldMk cId="2423518267" sldId="258"/>
        </pc:sldMkLst>
        <pc:spChg chg="add mod">
          <ac:chgData name="Hector Triana Lopez" userId="lNhGNRoEKTjvpZNftWYK8DHNXS2CM1UtyBegtxjJlqY=" providerId="None" clId="Web-{701CAB61-1FD7-44F7-9D81-0DBFFF8B1225}" dt="2024-11-13T16:09:37.897" v="63" actId="20577"/>
          <ac:spMkLst>
            <pc:docMk/>
            <pc:sldMk cId="2423518267" sldId="258"/>
            <ac:spMk id="3" creationId="{9CA052D0-B888-47AA-5815-6C67E0F607EE}"/>
          </ac:spMkLst>
        </pc:spChg>
        <pc:spChg chg="add del mod">
          <ac:chgData name="Hector Triana Lopez" userId="lNhGNRoEKTjvpZNftWYK8DHNXS2CM1UtyBegtxjJlqY=" providerId="None" clId="Web-{701CAB61-1FD7-44F7-9D81-0DBFFF8B1225}" dt="2024-11-13T16:08:51.458" v="30"/>
          <ac:spMkLst>
            <pc:docMk/>
            <pc:sldMk cId="2423518267" sldId="258"/>
            <ac:spMk id="4" creationId="{A5F79CF5-31B6-15D7-5AF8-424592DD2D00}"/>
          </ac:spMkLst>
        </pc:spChg>
        <pc:spChg chg="add mod">
          <ac:chgData name="Hector Triana Lopez" userId="lNhGNRoEKTjvpZNftWYK8DHNXS2CM1UtyBegtxjJlqY=" providerId="None" clId="Web-{701CAB61-1FD7-44F7-9D81-0DBFFF8B1225}" dt="2024-11-13T16:10:56.883" v="72" actId="20577"/>
          <ac:spMkLst>
            <pc:docMk/>
            <pc:sldMk cId="2423518267" sldId="258"/>
            <ac:spMk id="5" creationId="{5C450F48-83BB-B0D4-34BB-414B10C00A90}"/>
          </ac:spMkLst>
        </pc:spChg>
        <pc:picChg chg="add mod">
          <ac:chgData name="Hector Triana Lopez" userId="lNhGNRoEKTjvpZNftWYK8DHNXS2CM1UtyBegtxjJlqY=" providerId="None" clId="Web-{701CAB61-1FD7-44F7-9D81-0DBFFF8B1225}" dt="2024-11-13T16:10:54.430" v="71" actId="1076"/>
          <ac:picMkLst>
            <pc:docMk/>
            <pc:sldMk cId="2423518267" sldId="258"/>
            <ac:picMk id="6" creationId="{0F6FC8BB-D404-D479-8081-1E9D5B438298}"/>
          </ac:picMkLst>
        </pc:picChg>
      </pc:sldChg>
      <pc:sldChg chg="addSp modSp">
        <pc:chgData name="Hector Triana Lopez" userId="lNhGNRoEKTjvpZNftWYK8DHNXS2CM1UtyBegtxjJlqY=" providerId="None" clId="Web-{701CAB61-1FD7-44F7-9D81-0DBFFF8B1225}" dt="2024-11-13T16:16:47.799" v="117" actId="1076"/>
        <pc:sldMkLst>
          <pc:docMk/>
          <pc:sldMk cId="3446434520" sldId="260"/>
        </pc:sldMkLst>
        <pc:spChg chg="add mod">
          <ac:chgData name="Hector Triana Lopez" userId="lNhGNRoEKTjvpZNftWYK8DHNXS2CM1UtyBegtxjJlqY=" providerId="None" clId="Web-{701CAB61-1FD7-44F7-9D81-0DBFFF8B1225}" dt="2024-11-13T16:14:45.171" v="83" actId="20577"/>
          <ac:spMkLst>
            <pc:docMk/>
            <pc:sldMk cId="3446434520" sldId="260"/>
            <ac:spMk id="3" creationId="{738CB5BF-4E61-F251-D8F3-FB308E49FAB6}"/>
          </ac:spMkLst>
        </pc:spChg>
        <pc:spChg chg="add mod">
          <ac:chgData name="Hector Triana Lopez" userId="lNhGNRoEKTjvpZNftWYK8DHNXS2CM1UtyBegtxjJlqY=" providerId="None" clId="Web-{701CAB61-1FD7-44F7-9D81-0DBFFF8B1225}" dt="2024-11-13T16:16:44.096" v="115" actId="1076"/>
          <ac:spMkLst>
            <pc:docMk/>
            <pc:sldMk cId="3446434520" sldId="260"/>
            <ac:spMk id="4" creationId="{672E00CB-8BA3-8067-E5D5-76E645A36AE1}"/>
          </ac:spMkLst>
        </pc:spChg>
        <pc:picChg chg="add mod">
          <ac:chgData name="Hector Triana Lopez" userId="lNhGNRoEKTjvpZNftWYK8DHNXS2CM1UtyBegtxjJlqY=" providerId="None" clId="Web-{701CAB61-1FD7-44F7-9D81-0DBFFF8B1225}" dt="2024-11-13T16:16:47.799" v="117" actId="1076"/>
          <ac:picMkLst>
            <pc:docMk/>
            <pc:sldMk cId="3446434520" sldId="260"/>
            <ac:picMk id="5" creationId="{61427D35-89C3-3F9D-66D9-629DD0F50F38}"/>
          </ac:picMkLst>
        </pc:picChg>
      </pc:sldChg>
      <pc:sldChg chg="addSp delSp modSp">
        <pc:chgData name="Hector Triana Lopez" userId="lNhGNRoEKTjvpZNftWYK8DHNXS2CM1UtyBegtxjJlqY=" providerId="None" clId="Web-{701CAB61-1FD7-44F7-9D81-0DBFFF8B1225}" dt="2024-11-13T16:19:00.912" v="166" actId="20577"/>
        <pc:sldMkLst>
          <pc:docMk/>
          <pc:sldMk cId="2448954374" sldId="261"/>
        </pc:sldMkLst>
        <pc:spChg chg="del mod">
          <ac:chgData name="Hector Triana Lopez" userId="lNhGNRoEKTjvpZNftWYK8DHNXS2CM1UtyBegtxjJlqY=" providerId="None" clId="Web-{701CAB61-1FD7-44F7-9D81-0DBFFF8B1225}" dt="2024-11-13T16:16:57.377" v="122"/>
          <ac:spMkLst>
            <pc:docMk/>
            <pc:sldMk cId="2448954374" sldId="261"/>
            <ac:spMk id="2" creationId="{C2DF9E11-F798-ACD3-2E76-1259C1D5911C}"/>
          </ac:spMkLst>
        </pc:spChg>
        <pc:spChg chg="del">
          <ac:chgData name="Hector Triana Lopez" userId="lNhGNRoEKTjvpZNftWYK8DHNXS2CM1UtyBegtxjJlqY=" providerId="None" clId="Web-{701CAB61-1FD7-44F7-9D81-0DBFFF8B1225}" dt="2024-11-13T16:16:58.924" v="123"/>
          <ac:spMkLst>
            <pc:docMk/>
            <pc:sldMk cId="2448954374" sldId="261"/>
            <ac:spMk id="3" creationId="{2B50C698-A3FA-466A-E68C-3DCD8A3104E9}"/>
          </ac:spMkLst>
        </pc:spChg>
        <pc:spChg chg="del">
          <ac:chgData name="Hector Triana Lopez" userId="lNhGNRoEKTjvpZNftWYK8DHNXS2CM1UtyBegtxjJlqY=" providerId="None" clId="Web-{701CAB61-1FD7-44F7-9D81-0DBFFF8B1225}" dt="2024-11-13T16:16:57.377" v="121"/>
          <ac:spMkLst>
            <pc:docMk/>
            <pc:sldMk cId="2448954374" sldId="261"/>
            <ac:spMk id="4" creationId="{84B9E437-81B8-1350-EBDE-70258ACD0F8C}"/>
          </ac:spMkLst>
        </pc:spChg>
        <pc:spChg chg="add mod">
          <ac:chgData name="Hector Triana Lopez" userId="lNhGNRoEKTjvpZNftWYK8DHNXS2CM1UtyBegtxjJlqY=" providerId="None" clId="Web-{701CAB61-1FD7-44F7-9D81-0DBFFF8B1225}" dt="2024-11-13T16:19:00.912" v="166" actId="20577"/>
          <ac:spMkLst>
            <pc:docMk/>
            <pc:sldMk cId="2448954374" sldId="261"/>
            <ac:spMk id="7" creationId="{86BF4B10-7D0E-1078-E480-05096064781F}"/>
          </ac:spMkLst>
        </pc:spChg>
        <pc:spChg chg="mod">
          <ac:chgData name="Hector Triana Lopez" userId="lNhGNRoEKTjvpZNftWYK8DHNXS2CM1UtyBegtxjJlqY=" providerId="None" clId="Web-{701CAB61-1FD7-44F7-9D81-0DBFFF8B1225}" dt="2024-11-13T16:18:07.035" v="139" actId="20577"/>
          <ac:spMkLst>
            <pc:docMk/>
            <pc:sldMk cId="2448954374" sldId="261"/>
            <ac:spMk id="8" creationId="{865AC648-4718-E91C-2EE7-C7AFBA343F2E}"/>
          </ac:spMkLst>
        </pc:spChg>
        <pc:picChg chg="del">
          <ac:chgData name="Hector Triana Lopez" userId="lNhGNRoEKTjvpZNftWYK8DHNXS2CM1UtyBegtxjJlqY=" providerId="None" clId="Web-{701CAB61-1FD7-44F7-9D81-0DBFFF8B1225}" dt="2024-11-13T16:16:57.377" v="120"/>
          <ac:picMkLst>
            <pc:docMk/>
            <pc:sldMk cId="2448954374" sldId="261"/>
            <ac:picMk id="5" creationId="{3F14C7E7-7CCB-812D-05B2-989DE6CD7C1D}"/>
          </ac:picMkLst>
        </pc:picChg>
        <pc:picChg chg="del">
          <ac:chgData name="Hector Triana Lopez" userId="lNhGNRoEKTjvpZNftWYK8DHNXS2CM1UtyBegtxjJlqY=" providerId="None" clId="Web-{701CAB61-1FD7-44F7-9D81-0DBFFF8B1225}" dt="2024-11-13T16:16:57.377" v="119"/>
          <ac:picMkLst>
            <pc:docMk/>
            <pc:sldMk cId="2448954374" sldId="261"/>
            <ac:picMk id="6" creationId="{CE64D00B-D01D-8E6F-30CB-7FE1CE896C55}"/>
          </ac:picMkLst>
        </pc:picChg>
      </pc:sldChg>
      <pc:sldChg chg="modSp">
        <pc:chgData name="Hector Triana Lopez" userId="lNhGNRoEKTjvpZNftWYK8DHNXS2CM1UtyBegtxjJlqY=" providerId="None" clId="Web-{701CAB61-1FD7-44F7-9D81-0DBFFF8B1225}" dt="2024-11-13T17:07:23.883" v="228" actId="1076"/>
        <pc:sldMkLst>
          <pc:docMk/>
          <pc:sldMk cId="303365160" sldId="262"/>
        </pc:sldMkLst>
        <pc:spChg chg="mod">
          <ac:chgData name="Hector Triana Lopez" userId="lNhGNRoEKTjvpZNftWYK8DHNXS2CM1UtyBegtxjJlqY=" providerId="None" clId="Web-{701CAB61-1FD7-44F7-9D81-0DBFFF8B1225}" dt="2024-11-13T17:06:47.554" v="216" actId="20577"/>
          <ac:spMkLst>
            <pc:docMk/>
            <pc:sldMk cId="303365160" sldId="262"/>
            <ac:spMk id="2" creationId="{7F6CEE9E-CA3F-07DE-7992-5C5404490F37}"/>
          </ac:spMkLst>
        </pc:spChg>
        <pc:spChg chg="mod">
          <ac:chgData name="Hector Triana Lopez" userId="lNhGNRoEKTjvpZNftWYK8DHNXS2CM1UtyBegtxjJlqY=" providerId="None" clId="Web-{701CAB61-1FD7-44F7-9D81-0DBFFF8B1225}" dt="2024-11-13T17:07:23.883" v="228" actId="1076"/>
          <ac:spMkLst>
            <pc:docMk/>
            <pc:sldMk cId="303365160" sldId="262"/>
            <ac:spMk id="3" creationId="{15A950E1-B4D4-A06B-19A4-15B9FFB5788A}"/>
          </ac:spMkLst>
        </pc:spChg>
      </pc:sldChg>
      <pc:sldChg chg="modSp">
        <pc:chgData name="Hector Triana Lopez" userId="lNhGNRoEKTjvpZNftWYK8DHNXS2CM1UtyBegtxjJlqY=" providerId="None" clId="Web-{701CAB61-1FD7-44F7-9D81-0DBFFF8B1225}" dt="2024-11-13T17:08:32.619" v="275" actId="20577"/>
        <pc:sldMkLst>
          <pc:docMk/>
          <pc:sldMk cId="3541783162" sldId="263"/>
        </pc:sldMkLst>
        <pc:spChg chg="mod">
          <ac:chgData name="Hector Triana Lopez" userId="lNhGNRoEKTjvpZNftWYK8DHNXS2CM1UtyBegtxjJlqY=" providerId="None" clId="Web-{701CAB61-1FD7-44F7-9D81-0DBFFF8B1225}" dt="2024-11-13T17:08:32.619" v="275" actId="20577"/>
          <ac:spMkLst>
            <pc:docMk/>
            <pc:sldMk cId="3541783162" sldId="263"/>
            <ac:spMk id="3" creationId="{EBFE712D-CCDA-BD08-A769-2C8823E4C25E}"/>
          </ac:spMkLst>
        </pc:spChg>
      </pc:sldChg>
      <pc:sldChg chg="addSp modSp addAnim modAnim">
        <pc:chgData name="Hector Triana Lopez" userId="lNhGNRoEKTjvpZNftWYK8DHNXS2CM1UtyBegtxjJlqY=" providerId="None" clId="Web-{701CAB61-1FD7-44F7-9D81-0DBFFF8B1225}" dt="2024-11-13T14:21:45.084" v="8"/>
        <pc:sldMkLst>
          <pc:docMk/>
          <pc:sldMk cId="1230888154" sldId="268"/>
        </pc:sldMkLst>
        <pc:spChg chg="add mod">
          <ac:chgData name="Hector Triana Lopez" userId="lNhGNRoEKTjvpZNftWYK8DHNXS2CM1UtyBegtxjJlqY=" providerId="None" clId="Web-{701CAB61-1FD7-44F7-9D81-0DBFFF8B1225}" dt="2024-11-13T14:21:30.381" v="5" actId="20577"/>
          <ac:spMkLst>
            <pc:docMk/>
            <pc:sldMk cId="1230888154" sldId="268"/>
            <ac:spMk id="3" creationId="{8F304441-4B22-82D3-9593-EDCCCF7F9382}"/>
          </ac:spMkLst>
        </pc:spChg>
      </pc:sldChg>
      <pc:sldChg chg="addSp delSp modSp">
        <pc:chgData name="Hector Triana Lopez" userId="lNhGNRoEKTjvpZNftWYK8DHNXS2CM1UtyBegtxjJlqY=" providerId="None" clId="Web-{701CAB61-1FD7-44F7-9D81-0DBFFF8B1225}" dt="2024-11-13T16:59:04.665" v="202"/>
        <pc:sldMkLst>
          <pc:docMk/>
          <pc:sldMk cId="1367321611" sldId="269"/>
        </pc:sldMkLst>
        <pc:spChg chg="del">
          <ac:chgData name="Hector Triana Lopez" userId="lNhGNRoEKTjvpZNftWYK8DHNXS2CM1UtyBegtxjJlqY=" providerId="None" clId="Web-{701CAB61-1FD7-44F7-9D81-0DBFFF8B1225}" dt="2024-11-13T16:25:31.641" v="172"/>
          <ac:spMkLst>
            <pc:docMk/>
            <pc:sldMk cId="1367321611" sldId="269"/>
            <ac:spMk id="7" creationId="{13AD5642-37D0-8F6D-1707-2E2308AE5BE9}"/>
          </ac:spMkLst>
        </pc:spChg>
        <pc:spChg chg="del">
          <ac:chgData name="Hector Triana Lopez" userId="lNhGNRoEKTjvpZNftWYK8DHNXS2CM1UtyBegtxjJlqY=" providerId="None" clId="Web-{701CAB61-1FD7-44F7-9D81-0DBFFF8B1225}" dt="2024-11-13T16:25:31.641" v="170"/>
          <ac:spMkLst>
            <pc:docMk/>
            <pc:sldMk cId="1367321611" sldId="269"/>
            <ac:spMk id="10" creationId="{66786B28-5D5B-6B9B-31B8-38D931FB9914}"/>
          </ac:spMkLst>
        </pc:spChg>
        <pc:spChg chg="del">
          <ac:chgData name="Hector Triana Lopez" userId="lNhGNRoEKTjvpZNftWYK8DHNXS2CM1UtyBegtxjJlqY=" providerId="None" clId="Web-{701CAB61-1FD7-44F7-9D81-0DBFFF8B1225}" dt="2024-11-13T16:25:31.641" v="168"/>
          <ac:spMkLst>
            <pc:docMk/>
            <pc:sldMk cId="1367321611" sldId="269"/>
            <ac:spMk id="12" creationId="{59C042E1-8561-FCCC-6FC8-483977C3D254}"/>
          </ac:spMkLst>
        </pc:spChg>
        <pc:picChg chg="add del mod">
          <ac:chgData name="Hector Triana Lopez" userId="lNhGNRoEKTjvpZNftWYK8DHNXS2CM1UtyBegtxjJlqY=" providerId="None" clId="Web-{701CAB61-1FD7-44F7-9D81-0DBFFF8B1225}" dt="2024-11-13T16:59:03.322" v="201"/>
          <ac:picMkLst>
            <pc:docMk/>
            <pc:sldMk cId="1367321611" sldId="269"/>
            <ac:picMk id="2" creationId="{97A0D60A-50F6-8478-647D-11835D00DF67}"/>
          </ac:picMkLst>
        </pc:picChg>
        <pc:picChg chg="add mod">
          <ac:chgData name="Hector Triana Lopez" userId="lNhGNRoEKTjvpZNftWYK8DHNXS2CM1UtyBegtxjJlqY=" providerId="None" clId="Web-{701CAB61-1FD7-44F7-9D81-0DBFFF8B1225}" dt="2024-11-13T16:59:04.665" v="202"/>
          <ac:picMkLst>
            <pc:docMk/>
            <pc:sldMk cId="1367321611" sldId="269"/>
            <ac:picMk id="3" creationId="{C743182B-F813-61BB-1B96-A587A0CE85A6}"/>
          </ac:picMkLst>
        </pc:picChg>
        <pc:picChg chg="del">
          <ac:chgData name="Hector Triana Lopez" userId="lNhGNRoEKTjvpZNftWYK8DHNXS2CM1UtyBegtxjJlqY=" providerId="None" clId="Web-{701CAB61-1FD7-44F7-9D81-0DBFFF8B1225}" dt="2024-11-13T16:25:31.641" v="171"/>
          <ac:picMkLst>
            <pc:docMk/>
            <pc:sldMk cId="1367321611" sldId="269"/>
            <ac:picMk id="9" creationId="{809134C9-2661-EEF5-8D30-C202938FF01F}"/>
          </ac:picMkLst>
        </pc:picChg>
        <pc:picChg chg="del">
          <ac:chgData name="Hector Triana Lopez" userId="lNhGNRoEKTjvpZNftWYK8DHNXS2CM1UtyBegtxjJlqY=" providerId="None" clId="Web-{701CAB61-1FD7-44F7-9D81-0DBFFF8B1225}" dt="2024-11-13T16:25:31.641" v="169"/>
          <ac:picMkLst>
            <pc:docMk/>
            <pc:sldMk cId="1367321611" sldId="269"/>
            <ac:picMk id="11" creationId="{1F886DF0-EB3B-F88C-3A4F-C892D9940BB7}"/>
          </ac:picMkLst>
        </pc:picChg>
        <pc:picChg chg="del">
          <ac:chgData name="Hector Triana Lopez" userId="lNhGNRoEKTjvpZNftWYK8DHNXS2CM1UtyBegtxjJlqY=" providerId="None" clId="Web-{701CAB61-1FD7-44F7-9D81-0DBFFF8B1225}" dt="2024-11-13T16:25:31.641" v="167"/>
          <ac:picMkLst>
            <pc:docMk/>
            <pc:sldMk cId="1367321611" sldId="269"/>
            <ac:picMk id="13" creationId="{8FBE9C39-DDF6-CAD8-74F4-5673DD770A85}"/>
          </ac:picMkLst>
        </pc:picChg>
      </pc:sldChg>
    </pc:docChg>
  </pc:docChgLst>
  <pc:docChgLst>
    <pc:chgData name="Hector Triana Lopez" userId="lNhGNRoEKTjvpZNftWYK8DHNXS2CM1UtyBegtxjJlqY=" providerId="None" clId="Web-{39B8A496-1880-4403-85C8-0153C647E428}"/>
    <pc:docChg chg="modSld">
      <pc:chgData name="Hector Triana Lopez" userId="lNhGNRoEKTjvpZNftWYK8DHNXS2CM1UtyBegtxjJlqY=" providerId="None" clId="Web-{39B8A496-1880-4403-85C8-0153C647E428}" dt="2024-11-21T01:51:49.943" v="32" actId="20577"/>
      <pc:docMkLst>
        <pc:docMk/>
      </pc:docMkLst>
      <pc:sldChg chg="modSp">
        <pc:chgData name="Hector Triana Lopez" userId="lNhGNRoEKTjvpZNftWYK8DHNXS2CM1UtyBegtxjJlqY=" providerId="None" clId="Web-{39B8A496-1880-4403-85C8-0153C647E428}" dt="2024-11-21T01:23:53.436" v="29" actId="20577"/>
        <pc:sldMkLst>
          <pc:docMk/>
          <pc:sldMk cId="109857222" sldId="256"/>
        </pc:sldMkLst>
        <pc:spChg chg="mod">
          <ac:chgData name="Hector Triana Lopez" userId="lNhGNRoEKTjvpZNftWYK8DHNXS2CM1UtyBegtxjJlqY=" providerId="None" clId="Web-{39B8A496-1880-4403-85C8-0153C647E428}" dt="2024-11-21T01:23:53.436" v="29" actId="20577"/>
          <ac:spMkLst>
            <pc:docMk/>
            <pc:sldMk cId="109857222" sldId="256"/>
            <ac:spMk id="5" creationId="{524E7710-9BBE-3049-927A-5CB8DFA4FBE4}"/>
          </ac:spMkLst>
        </pc:spChg>
      </pc:sldChg>
      <pc:sldChg chg="modSp">
        <pc:chgData name="Hector Triana Lopez" userId="lNhGNRoEKTjvpZNftWYK8DHNXS2CM1UtyBegtxjJlqY=" providerId="None" clId="Web-{39B8A496-1880-4403-85C8-0153C647E428}" dt="2024-11-21T01:51:49.943" v="32" actId="20577"/>
        <pc:sldMkLst>
          <pc:docMk/>
          <pc:sldMk cId="3541783162" sldId="263"/>
        </pc:sldMkLst>
        <pc:spChg chg="mod">
          <ac:chgData name="Hector Triana Lopez" userId="lNhGNRoEKTjvpZNftWYK8DHNXS2CM1UtyBegtxjJlqY=" providerId="None" clId="Web-{39B8A496-1880-4403-85C8-0153C647E428}" dt="2024-11-21T01:51:49.943" v="32" actId="20577"/>
          <ac:spMkLst>
            <pc:docMk/>
            <pc:sldMk cId="3541783162" sldId="263"/>
            <ac:spMk id="3" creationId="{EBFE712D-CCDA-BD08-A769-2C8823E4C25E}"/>
          </ac:spMkLst>
        </pc:spChg>
      </pc:sldChg>
    </pc:docChg>
  </pc:docChgLst>
  <pc:docChgLst>
    <pc:chgData name="Hector Triana Lopez" userId="lNhGNRoEKTjvpZNftWYK8DHNXS2CM1UtyBegtxjJlqY=" providerId="None" clId="Web-{A9E693F8-1BAB-4199-AC0D-92783E5FAF69}"/>
    <pc:docChg chg="addSld modSld">
      <pc:chgData name="Hector Triana Lopez" userId="lNhGNRoEKTjvpZNftWYK8DHNXS2CM1UtyBegtxjJlqY=" providerId="None" clId="Web-{A9E693F8-1BAB-4199-AC0D-92783E5FAF69}" dt="2024-11-05T03:09:23.895" v="638" actId="20577"/>
      <pc:docMkLst>
        <pc:docMk/>
      </pc:docMkLst>
      <pc:sldChg chg="modSp">
        <pc:chgData name="Hector Triana Lopez" userId="lNhGNRoEKTjvpZNftWYK8DHNXS2CM1UtyBegtxjJlqY=" providerId="None" clId="Web-{A9E693F8-1BAB-4199-AC0D-92783E5FAF69}" dt="2024-11-05T01:48:07.822" v="27" actId="20577"/>
        <pc:sldMkLst>
          <pc:docMk/>
          <pc:sldMk cId="109857222" sldId="256"/>
        </pc:sldMkLst>
        <pc:spChg chg="mod">
          <ac:chgData name="Hector Triana Lopez" userId="lNhGNRoEKTjvpZNftWYK8DHNXS2CM1UtyBegtxjJlqY=" providerId="None" clId="Web-{A9E693F8-1BAB-4199-AC0D-92783E5FAF69}" dt="2024-11-05T01:48:07.822" v="27" actId="20577"/>
          <ac:spMkLst>
            <pc:docMk/>
            <pc:sldMk cId="109857222" sldId="256"/>
            <ac:spMk id="5" creationId="{524E7710-9BBE-3049-927A-5CB8DFA4FBE4}"/>
          </ac:spMkLst>
        </pc:spChg>
      </pc:sldChg>
      <pc:sldChg chg="addSp delSp modSp">
        <pc:chgData name="Hector Triana Lopez" userId="lNhGNRoEKTjvpZNftWYK8DHNXS2CM1UtyBegtxjJlqY=" providerId="None" clId="Web-{A9E693F8-1BAB-4199-AC0D-92783E5FAF69}" dt="2024-11-05T02:19:01.501" v="247" actId="14100"/>
        <pc:sldMkLst>
          <pc:docMk/>
          <pc:sldMk cId="205415128" sldId="257"/>
        </pc:sldMkLst>
        <pc:spChg chg="mod">
          <ac:chgData name="Hector Triana Lopez" userId="lNhGNRoEKTjvpZNftWYK8DHNXS2CM1UtyBegtxjJlqY=" providerId="None" clId="Web-{A9E693F8-1BAB-4199-AC0D-92783E5FAF69}" dt="2024-11-05T02:03:22.036" v="59" actId="1076"/>
          <ac:spMkLst>
            <pc:docMk/>
            <pc:sldMk cId="205415128" sldId="257"/>
            <ac:spMk id="4" creationId="{23BD9D59-B0B6-F06D-D922-AAA3AA001612}"/>
          </ac:spMkLst>
        </pc:spChg>
        <pc:spChg chg="mod">
          <ac:chgData name="Hector Triana Lopez" userId="lNhGNRoEKTjvpZNftWYK8DHNXS2CM1UtyBegtxjJlqY=" providerId="None" clId="Web-{A9E693F8-1BAB-4199-AC0D-92783E5FAF69}" dt="2024-11-05T02:03:42.162" v="77" actId="1076"/>
          <ac:spMkLst>
            <pc:docMk/>
            <pc:sldMk cId="205415128" sldId="257"/>
            <ac:spMk id="5" creationId="{A47A22CD-F09D-AE5F-9D39-CFCC3F8EFC9B}"/>
          </ac:spMkLst>
        </pc:spChg>
        <pc:picChg chg="del">
          <ac:chgData name="Hector Triana Lopez" userId="lNhGNRoEKTjvpZNftWYK8DHNXS2CM1UtyBegtxjJlqY=" providerId="None" clId="Web-{A9E693F8-1BAB-4199-AC0D-92783E5FAF69}" dt="2024-11-05T01:58:53.857" v="30"/>
          <ac:picMkLst>
            <pc:docMk/>
            <pc:sldMk cId="205415128" sldId="257"/>
            <ac:picMk id="2" creationId="{A8543640-A71E-A067-C90F-C906446E819D}"/>
          </ac:picMkLst>
        </pc:picChg>
        <pc:picChg chg="add mod">
          <ac:chgData name="Hector Triana Lopez" userId="lNhGNRoEKTjvpZNftWYK8DHNXS2CM1UtyBegtxjJlqY=" providerId="None" clId="Web-{A9E693F8-1BAB-4199-AC0D-92783E5FAF69}" dt="2024-11-05T02:18:49.344" v="242" actId="1076"/>
          <ac:picMkLst>
            <pc:docMk/>
            <pc:sldMk cId="205415128" sldId="257"/>
            <ac:picMk id="3" creationId="{A4A1D6F6-6401-B71B-ADF5-002487B87B0A}"/>
          </ac:picMkLst>
        </pc:picChg>
        <pc:picChg chg="add mod">
          <ac:chgData name="Hector Triana Lopez" userId="lNhGNRoEKTjvpZNftWYK8DHNXS2CM1UtyBegtxjJlqY=" providerId="None" clId="Web-{A9E693F8-1BAB-4199-AC0D-92783E5FAF69}" dt="2024-11-05T02:19:01.501" v="247" actId="14100"/>
          <ac:picMkLst>
            <pc:docMk/>
            <pc:sldMk cId="205415128" sldId="257"/>
            <ac:picMk id="6" creationId="{832A9876-E316-1C75-CB6A-6C43DF44337A}"/>
          </ac:picMkLst>
        </pc:picChg>
      </pc:sldChg>
      <pc:sldChg chg="addSp delSp modSp">
        <pc:chgData name="Hector Triana Lopez" userId="lNhGNRoEKTjvpZNftWYK8DHNXS2CM1UtyBegtxjJlqY=" providerId="None" clId="Web-{A9E693F8-1BAB-4199-AC0D-92783E5FAF69}" dt="2024-11-05T02:20:17.581" v="266" actId="1076"/>
        <pc:sldMkLst>
          <pc:docMk/>
          <pc:sldMk cId="2423518267" sldId="258"/>
        </pc:sldMkLst>
        <pc:spChg chg="del">
          <ac:chgData name="Hector Triana Lopez" userId="lNhGNRoEKTjvpZNftWYK8DHNXS2CM1UtyBegtxjJlqY=" providerId="None" clId="Web-{A9E693F8-1BAB-4199-AC0D-92783E5FAF69}" dt="2024-11-05T02:19:18.079" v="256"/>
          <ac:spMkLst>
            <pc:docMk/>
            <pc:sldMk cId="2423518267" sldId="258"/>
            <ac:spMk id="5" creationId="{AE41CB5C-18DE-AEBB-10E7-9412C23A1F27}"/>
          </ac:spMkLst>
        </pc:spChg>
        <pc:spChg chg="del mod">
          <ac:chgData name="Hector Triana Lopez" userId="lNhGNRoEKTjvpZNftWYK8DHNXS2CM1UtyBegtxjJlqY=" providerId="None" clId="Web-{A9E693F8-1BAB-4199-AC0D-92783E5FAF69}" dt="2024-11-05T02:20:12.878" v="264"/>
          <ac:spMkLst>
            <pc:docMk/>
            <pc:sldMk cId="2423518267" sldId="258"/>
            <ac:spMk id="8" creationId="{1E268C44-E77E-2ECA-034F-9935011342D0}"/>
          </ac:spMkLst>
        </pc:spChg>
        <pc:picChg chg="add del mod">
          <ac:chgData name="Hector Triana Lopez" userId="lNhGNRoEKTjvpZNftWYK8DHNXS2CM1UtyBegtxjJlqY=" providerId="None" clId="Web-{A9E693F8-1BAB-4199-AC0D-92783E5FAF69}" dt="2024-11-05T02:18:43.391" v="241"/>
          <ac:picMkLst>
            <pc:docMk/>
            <pc:sldMk cId="2423518267" sldId="258"/>
            <ac:picMk id="2" creationId="{C28A73C7-118E-12DF-B608-C83254331190}"/>
          </ac:picMkLst>
        </pc:picChg>
        <pc:picChg chg="add mod">
          <ac:chgData name="Hector Triana Lopez" userId="lNhGNRoEKTjvpZNftWYK8DHNXS2CM1UtyBegtxjJlqY=" providerId="None" clId="Web-{A9E693F8-1BAB-4199-AC0D-92783E5FAF69}" dt="2024-11-05T02:20:17.581" v="266" actId="1076"/>
          <ac:picMkLst>
            <pc:docMk/>
            <pc:sldMk cId="2423518267" sldId="258"/>
            <ac:picMk id="3" creationId="{E9646654-29DE-6823-7C2D-4AA57C2C2C82}"/>
          </ac:picMkLst>
        </pc:picChg>
        <pc:picChg chg="del">
          <ac:chgData name="Hector Triana Lopez" userId="lNhGNRoEKTjvpZNftWYK8DHNXS2CM1UtyBegtxjJlqY=" providerId="None" clId="Web-{A9E693F8-1BAB-4199-AC0D-92783E5FAF69}" dt="2024-11-05T02:18:17.609" v="236"/>
          <ac:picMkLst>
            <pc:docMk/>
            <pc:sldMk cId="2423518267" sldId="258"/>
            <ac:picMk id="6" creationId="{FAEB2FBB-0BD0-698B-5469-73A3398C3A8C}"/>
          </ac:picMkLst>
        </pc:picChg>
      </pc:sldChg>
      <pc:sldChg chg="addSp delSp modSp">
        <pc:chgData name="Hector Triana Lopez" userId="lNhGNRoEKTjvpZNftWYK8DHNXS2CM1UtyBegtxjJlqY=" providerId="None" clId="Web-{A9E693F8-1BAB-4199-AC0D-92783E5FAF69}" dt="2024-11-05T02:33:55.682" v="315" actId="1076"/>
        <pc:sldMkLst>
          <pc:docMk/>
          <pc:sldMk cId="3446434520" sldId="260"/>
        </pc:sldMkLst>
        <pc:spChg chg="add mod">
          <ac:chgData name="Hector Triana Lopez" userId="lNhGNRoEKTjvpZNftWYK8DHNXS2CM1UtyBegtxjJlqY=" providerId="None" clId="Web-{A9E693F8-1BAB-4199-AC0D-92783E5FAF69}" dt="2024-11-05T02:27:33.797" v="301" actId="1076"/>
          <ac:spMkLst>
            <pc:docMk/>
            <pc:sldMk cId="3446434520" sldId="260"/>
            <ac:spMk id="4" creationId="{E98FD9AA-2530-2DD5-7EAE-4C7449A8FFA2}"/>
          </ac:spMkLst>
        </pc:spChg>
        <pc:spChg chg="add mod">
          <ac:chgData name="Hector Triana Lopez" userId="lNhGNRoEKTjvpZNftWYK8DHNXS2CM1UtyBegtxjJlqY=" providerId="None" clId="Web-{A9E693F8-1BAB-4199-AC0D-92783E5FAF69}" dt="2024-11-05T02:29:06.659" v="310" actId="20577"/>
          <ac:spMkLst>
            <pc:docMk/>
            <pc:sldMk cId="3446434520" sldId="260"/>
            <ac:spMk id="5" creationId="{CDDC28EE-6D71-D263-4B4F-58FD68E38CB6}"/>
          </ac:spMkLst>
        </pc:spChg>
        <pc:spChg chg="del mod">
          <ac:chgData name="Hector Triana Lopez" userId="lNhGNRoEKTjvpZNftWYK8DHNXS2CM1UtyBegtxjJlqY=" providerId="None" clId="Web-{A9E693F8-1BAB-4199-AC0D-92783E5FAF69}" dt="2024-11-05T02:27:01.124" v="291"/>
          <ac:spMkLst>
            <pc:docMk/>
            <pc:sldMk cId="3446434520" sldId="260"/>
            <ac:spMk id="7" creationId="{FDAE4861-F461-CC67-D788-5C5A4F33DC6C}"/>
          </ac:spMkLst>
        </pc:spChg>
        <pc:spChg chg="del mod">
          <ac:chgData name="Hector Triana Lopez" userId="lNhGNRoEKTjvpZNftWYK8DHNXS2CM1UtyBegtxjJlqY=" providerId="None" clId="Web-{A9E693F8-1BAB-4199-AC0D-92783E5FAF69}" dt="2024-11-05T02:22:16.084" v="274"/>
          <ac:spMkLst>
            <pc:docMk/>
            <pc:sldMk cId="3446434520" sldId="260"/>
            <ac:spMk id="10" creationId="{B2389A2C-09CE-77E9-387C-D648ABACAD53}"/>
          </ac:spMkLst>
        </pc:spChg>
        <pc:picChg chg="add mod">
          <ac:chgData name="Hector Triana Lopez" userId="lNhGNRoEKTjvpZNftWYK8DHNXS2CM1UtyBegtxjJlqY=" providerId="None" clId="Web-{A9E693F8-1BAB-4199-AC0D-92783E5FAF69}" dt="2024-11-05T02:27:33.797" v="300" actId="1076"/>
          <ac:picMkLst>
            <pc:docMk/>
            <pc:sldMk cId="3446434520" sldId="260"/>
            <ac:picMk id="2" creationId="{6F9795D9-1E61-C919-3D77-71A4486C12CC}"/>
          </ac:picMkLst>
        </pc:picChg>
        <pc:picChg chg="add mod">
          <ac:chgData name="Hector Triana Lopez" userId="lNhGNRoEKTjvpZNftWYK8DHNXS2CM1UtyBegtxjJlqY=" providerId="None" clId="Web-{A9E693F8-1BAB-4199-AC0D-92783E5FAF69}" dt="2024-11-05T02:27:08.218" v="295" actId="14100"/>
          <ac:picMkLst>
            <pc:docMk/>
            <pc:sldMk cId="3446434520" sldId="260"/>
            <ac:picMk id="3" creationId="{6F5053D2-56E1-FE2D-8C1F-47552C0F1707}"/>
          </ac:picMkLst>
        </pc:picChg>
        <pc:picChg chg="add mod">
          <ac:chgData name="Hector Triana Lopez" userId="lNhGNRoEKTjvpZNftWYK8DHNXS2CM1UtyBegtxjJlqY=" providerId="None" clId="Web-{A9E693F8-1BAB-4199-AC0D-92783E5FAF69}" dt="2024-11-05T02:33:55.682" v="315" actId="1076"/>
          <ac:picMkLst>
            <pc:docMk/>
            <pc:sldMk cId="3446434520" sldId="260"/>
            <ac:picMk id="6" creationId="{F42F985B-DC1C-E63C-7688-69FD0541B13C}"/>
          </ac:picMkLst>
        </pc:picChg>
        <pc:picChg chg="del">
          <ac:chgData name="Hector Triana Lopez" userId="lNhGNRoEKTjvpZNftWYK8DHNXS2CM1UtyBegtxjJlqY=" providerId="None" clId="Web-{A9E693F8-1BAB-4199-AC0D-92783E5FAF69}" dt="2024-11-05T02:22:11.553" v="271"/>
          <ac:picMkLst>
            <pc:docMk/>
            <pc:sldMk cId="3446434520" sldId="260"/>
            <ac:picMk id="9" creationId="{28B879FD-86D0-E5FB-EDAC-8F3450050F7E}"/>
          </ac:picMkLst>
        </pc:picChg>
      </pc:sldChg>
      <pc:sldChg chg="addSp delSp modSp">
        <pc:chgData name="Hector Triana Lopez" userId="lNhGNRoEKTjvpZNftWYK8DHNXS2CM1UtyBegtxjJlqY=" providerId="None" clId="Web-{A9E693F8-1BAB-4199-AC0D-92783E5FAF69}" dt="2024-11-05T02:39:31.072" v="397" actId="1076"/>
        <pc:sldMkLst>
          <pc:docMk/>
          <pc:sldMk cId="2448954374" sldId="261"/>
        </pc:sldMkLst>
        <pc:spChg chg="mod">
          <ac:chgData name="Hector Triana Lopez" userId="lNhGNRoEKTjvpZNftWYK8DHNXS2CM1UtyBegtxjJlqY=" providerId="None" clId="Web-{A9E693F8-1BAB-4199-AC0D-92783E5FAF69}" dt="2024-11-05T02:39:01.275" v="393" actId="20577"/>
          <ac:spMkLst>
            <pc:docMk/>
            <pc:sldMk cId="2448954374" sldId="261"/>
            <ac:spMk id="2" creationId="{C2DF9E11-F798-ACD3-2E76-1259C1D5911C}"/>
          </ac:spMkLst>
        </pc:spChg>
        <pc:spChg chg="add mod">
          <ac:chgData name="Hector Triana Lopez" userId="lNhGNRoEKTjvpZNftWYK8DHNXS2CM1UtyBegtxjJlqY=" providerId="None" clId="Web-{A9E693F8-1BAB-4199-AC0D-92783E5FAF69}" dt="2024-11-05T02:36:47.739" v="384"/>
          <ac:spMkLst>
            <pc:docMk/>
            <pc:sldMk cId="2448954374" sldId="261"/>
            <ac:spMk id="3" creationId="{2B50C698-A3FA-466A-E68C-3DCD8A3104E9}"/>
          </ac:spMkLst>
        </pc:spChg>
        <pc:spChg chg="add mod">
          <ac:chgData name="Hector Triana Lopez" userId="lNhGNRoEKTjvpZNftWYK8DHNXS2CM1UtyBegtxjJlqY=" providerId="None" clId="Web-{A9E693F8-1BAB-4199-AC0D-92783E5FAF69}" dt="2024-11-05T02:36:44.567" v="383" actId="1076"/>
          <ac:spMkLst>
            <pc:docMk/>
            <pc:sldMk cId="2448954374" sldId="261"/>
            <ac:spMk id="4" creationId="{84B9E437-81B8-1350-EBDE-70258ACD0F8C}"/>
          </ac:spMkLst>
        </pc:spChg>
        <pc:spChg chg="mod">
          <ac:chgData name="Hector Triana Lopez" userId="lNhGNRoEKTjvpZNftWYK8DHNXS2CM1UtyBegtxjJlqY=" providerId="None" clId="Web-{A9E693F8-1BAB-4199-AC0D-92783E5FAF69}" dt="2024-11-05T02:34:54.856" v="356" actId="20577"/>
          <ac:spMkLst>
            <pc:docMk/>
            <pc:sldMk cId="2448954374" sldId="261"/>
            <ac:spMk id="8" creationId="{865AC648-4718-E91C-2EE7-C7AFBA343F2E}"/>
          </ac:spMkLst>
        </pc:spChg>
        <pc:picChg chg="add mod">
          <ac:chgData name="Hector Triana Lopez" userId="lNhGNRoEKTjvpZNftWYK8DHNXS2CM1UtyBegtxjJlqY=" providerId="None" clId="Web-{A9E693F8-1BAB-4199-AC0D-92783E5FAF69}" dt="2024-11-05T02:38:52.368" v="390" actId="1076"/>
          <ac:picMkLst>
            <pc:docMk/>
            <pc:sldMk cId="2448954374" sldId="261"/>
            <ac:picMk id="5" creationId="{3F14C7E7-7CCB-812D-05B2-989DE6CD7C1D}"/>
          </ac:picMkLst>
        </pc:picChg>
        <pc:picChg chg="add mod">
          <ac:chgData name="Hector Triana Lopez" userId="lNhGNRoEKTjvpZNftWYK8DHNXS2CM1UtyBegtxjJlqY=" providerId="None" clId="Web-{A9E693F8-1BAB-4199-AC0D-92783E5FAF69}" dt="2024-11-05T02:39:31.072" v="397" actId="1076"/>
          <ac:picMkLst>
            <pc:docMk/>
            <pc:sldMk cId="2448954374" sldId="261"/>
            <ac:picMk id="6" creationId="{CE64D00B-D01D-8E6F-30CB-7FE1CE896C55}"/>
          </ac:picMkLst>
        </pc:picChg>
        <pc:picChg chg="del">
          <ac:chgData name="Hector Triana Lopez" userId="lNhGNRoEKTjvpZNftWYK8DHNXS2CM1UtyBegtxjJlqY=" providerId="None" clId="Web-{A9E693F8-1BAB-4199-AC0D-92783E5FAF69}" dt="2024-11-05T02:35:31.029" v="365"/>
          <ac:picMkLst>
            <pc:docMk/>
            <pc:sldMk cId="2448954374" sldId="261"/>
            <ac:picMk id="9" creationId="{51C982CB-2C1A-0CB5-71F7-EC24F14D7541}"/>
          </ac:picMkLst>
        </pc:picChg>
      </pc:sldChg>
      <pc:sldChg chg="modSp">
        <pc:chgData name="Hector Triana Lopez" userId="lNhGNRoEKTjvpZNftWYK8DHNXS2CM1UtyBegtxjJlqY=" providerId="None" clId="Web-{A9E693F8-1BAB-4199-AC0D-92783E5FAF69}" dt="2024-11-05T03:08:02.846" v="595" actId="20577"/>
        <pc:sldMkLst>
          <pc:docMk/>
          <pc:sldMk cId="303365160" sldId="262"/>
        </pc:sldMkLst>
        <pc:spChg chg="mod">
          <ac:chgData name="Hector Triana Lopez" userId="lNhGNRoEKTjvpZNftWYK8DHNXS2CM1UtyBegtxjJlqY=" providerId="None" clId="Web-{A9E693F8-1BAB-4199-AC0D-92783E5FAF69}" dt="2024-11-05T03:00:23.942" v="474" actId="20577"/>
          <ac:spMkLst>
            <pc:docMk/>
            <pc:sldMk cId="303365160" sldId="262"/>
            <ac:spMk id="2" creationId="{7F6CEE9E-CA3F-07DE-7992-5C5404490F37}"/>
          </ac:spMkLst>
        </pc:spChg>
        <pc:spChg chg="mod">
          <ac:chgData name="Hector Triana Lopez" userId="lNhGNRoEKTjvpZNftWYK8DHNXS2CM1UtyBegtxjJlqY=" providerId="None" clId="Web-{A9E693F8-1BAB-4199-AC0D-92783E5FAF69}" dt="2024-11-05T03:08:02.846" v="595" actId="20577"/>
          <ac:spMkLst>
            <pc:docMk/>
            <pc:sldMk cId="303365160" sldId="262"/>
            <ac:spMk id="3" creationId="{15A950E1-B4D4-A06B-19A4-15B9FFB5788A}"/>
          </ac:spMkLst>
        </pc:spChg>
      </pc:sldChg>
      <pc:sldChg chg="modSp">
        <pc:chgData name="Hector Triana Lopez" userId="lNhGNRoEKTjvpZNftWYK8DHNXS2CM1UtyBegtxjJlqY=" providerId="None" clId="Web-{A9E693F8-1BAB-4199-AC0D-92783E5FAF69}" dt="2024-11-05T03:09:23.895" v="638" actId="20577"/>
        <pc:sldMkLst>
          <pc:docMk/>
          <pc:sldMk cId="3541783162" sldId="263"/>
        </pc:sldMkLst>
        <pc:spChg chg="mod">
          <ac:chgData name="Hector Triana Lopez" userId="lNhGNRoEKTjvpZNftWYK8DHNXS2CM1UtyBegtxjJlqY=" providerId="None" clId="Web-{A9E693F8-1BAB-4199-AC0D-92783E5FAF69}" dt="2024-11-05T03:09:23.895" v="638" actId="20577"/>
          <ac:spMkLst>
            <pc:docMk/>
            <pc:sldMk cId="3541783162" sldId="263"/>
            <ac:spMk id="3" creationId="{EBFE712D-CCDA-BD08-A769-2C8823E4C25E}"/>
          </ac:spMkLst>
        </pc:spChg>
      </pc:sldChg>
      <pc:sldChg chg="addSp delSp modSp">
        <pc:chgData name="Hector Triana Lopez" userId="lNhGNRoEKTjvpZNftWYK8DHNXS2CM1UtyBegtxjJlqY=" providerId="None" clId="Web-{A9E693F8-1BAB-4199-AC0D-92783E5FAF69}" dt="2024-11-05T02:11:16.206" v="162" actId="1076"/>
        <pc:sldMkLst>
          <pc:docMk/>
          <pc:sldMk cId="1313455595" sldId="267"/>
        </pc:sldMkLst>
        <pc:spChg chg="mod">
          <ac:chgData name="Hector Triana Lopez" userId="lNhGNRoEKTjvpZNftWYK8DHNXS2CM1UtyBegtxjJlqY=" providerId="None" clId="Web-{A9E693F8-1BAB-4199-AC0D-92783E5FAF69}" dt="2024-11-05T02:07:04.339" v="100" actId="20577"/>
          <ac:spMkLst>
            <pc:docMk/>
            <pc:sldMk cId="1313455595" sldId="267"/>
            <ac:spMk id="4" creationId="{23BD9D59-B0B6-F06D-D922-AAA3AA001612}"/>
          </ac:spMkLst>
        </pc:spChg>
        <pc:spChg chg="del">
          <ac:chgData name="Hector Triana Lopez" userId="lNhGNRoEKTjvpZNftWYK8DHNXS2CM1UtyBegtxjJlqY=" providerId="None" clId="Web-{A9E693F8-1BAB-4199-AC0D-92783E5FAF69}" dt="2024-11-05T02:06:48.886" v="86"/>
          <ac:spMkLst>
            <pc:docMk/>
            <pc:sldMk cId="1313455595" sldId="267"/>
            <ac:spMk id="5" creationId="{A47A22CD-F09D-AE5F-9D39-CFCC3F8EFC9B}"/>
          </ac:spMkLst>
        </pc:spChg>
        <pc:spChg chg="add mod">
          <ac:chgData name="Hector Triana Lopez" userId="lNhGNRoEKTjvpZNftWYK8DHNXS2CM1UtyBegtxjJlqY=" providerId="None" clId="Web-{A9E693F8-1BAB-4199-AC0D-92783E5FAF69}" dt="2024-11-05T02:11:02.284" v="161" actId="14100"/>
          <ac:spMkLst>
            <pc:docMk/>
            <pc:sldMk cId="1313455595" sldId="267"/>
            <ac:spMk id="6" creationId="{FF7918D4-690F-F126-3A19-D9C597BA1EE7}"/>
          </ac:spMkLst>
        </pc:spChg>
        <pc:picChg chg="add mod">
          <ac:chgData name="Hector Triana Lopez" userId="lNhGNRoEKTjvpZNftWYK8DHNXS2CM1UtyBegtxjJlqY=" providerId="None" clId="Web-{A9E693F8-1BAB-4199-AC0D-92783E5FAF69}" dt="2024-11-05T02:11:16.206" v="162" actId="1076"/>
          <ac:picMkLst>
            <pc:docMk/>
            <pc:sldMk cId="1313455595" sldId="267"/>
            <ac:picMk id="2" creationId="{5AE4CB21-EDB5-62ED-F6BB-C859A40D3D2E}"/>
          </ac:picMkLst>
        </pc:picChg>
        <pc:picChg chg="del">
          <ac:chgData name="Hector Triana Lopez" userId="lNhGNRoEKTjvpZNftWYK8DHNXS2CM1UtyBegtxjJlqY=" providerId="None" clId="Web-{A9E693F8-1BAB-4199-AC0D-92783E5FAF69}" dt="2024-11-05T02:06:49.651" v="87"/>
          <ac:picMkLst>
            <pc:docMk/>
            <pc:sldMk cId="1313455595" sldId="267"/>
            <ac:picMk id="3" creationId="{9040EFC9-568D-38E9-BCB0-9F870F476A1C}"/>
          </ac:picMkLst>
        </pc:picChg>
      </pc:sldChg>
      <pc:sldChg chg="addSp delSp modSp">
        <pc:chgData name="Hector Triana Lopez" userId="lNhGNRoEKTjvpZNftWYK8DHNXS2CM1UtyBegtxjJlqY=" providerId="None" clId="Web-{A9E693F8-1BAB-4199-AC0D-92783E5FAF69}" dt="2024-11-05T02:18:03.030" v="235" actId="14100"/>
        <pc:sldMkLst>
          <pc:docMk/>
          <pc:sldMk cId="1230888154" sldId="268"/>
        </pc:sldMkLst>
        <pc:spChg chg="mod">
          <ac:chgData name="Hector Triana Lopez" userId="lNhGNRoEKTjvpZNftWYK8DHNXS2CM1UtyBegtxjJlqY=" providerId="None" clId="Web-{A9E693F8-1BAB-4199-AC0D-92783E5FAF69}" dt="2024-11-05T02:14:52.040" v="169" actId="20577"/>
          <ac:spMkLst>
            <pc:docMk/>
            <pc:sldMk cId="1230888154" sldId="268"/>
            <ac:spMk id="4" creationId="{23BD9D59-B0B6-F06D-D922-AAA3AA001612}"/>
          </ac:spMkLst>
        </pc:spChg>
        <pc:spChg chg="mod">
          <ac:chgData name="Hector Triana Lopez" userId="lNhGNRoEKTjvpZNftWYK8DHNXS2CM1UtyBegtxjJlqY=" providerId="None" clId="Web-{A9E693F8-1BAB-4199-AC0D-92783E5FAF69}" dt="2024-11-05T02:18:03.030" v="235" actId="14100"/>
          <ac:spMkLst>
            <pc:docMk/>
            <pc:sldMk cId="1230888154" sldId="268"/>
            <ac:spMk id="5" creationId="{A47A22CD-F09D-AE5F-9D39-CFCC3F8EFC9B}"/>
          </ac:spMkLst>
        </pc:spChg>
        <pc:picChg chg="del">
          <ac:chgData name="Hector Triana Lopez" userId="lNhGNRoEKTjvpZNftWYK8DHNXS2CM1UtyBegtxjJlqY=" providerId="None" clId="Web-{A9E693F8-1BAB-4199-AC0D-92783E5FAF69}" dt="2024-11-05T02:14:52.900" v="170"/>
          <ac:picMkLst>
            <pc:docMk/>
            <pc:sldMk cId="1230888154" sldId="268"/>
            <ac:picMk id="2" creationId="{AAD9B0CB-BABB-5F4B-0559-8E8F7A183A98}"/>
          </ac:picMkLst>
        </pc:picChg>
        <pc:picChg chg="add mod">
          <ac:chgData name="Hector Triana Lopez" userId="lNhGNRoEKTjvpZNftWYK8DHNXS2CM1UtyBegtxjJlqY=" providerId="None" clId="Web-{A9E693F8-1BAB-4199-AC0D-92783E5FAF69}" dt="2024-11-05T02:15:02.837" v="176" actId="1076"/>
          <ac:picMkLst>
            <pc:docMk/>
            <pc:sldMk cId="1230888154" sldId="268"/>
            <ac:picMk id="3" creationId="{2B3AE1CA-21C2-6DB0-78D1-73E4EF2DC163}"/>
          </ac:picMkLst>
        </pc:picChg>
      </pc:sldChg>
      <pc:sldChg chg="addSp delSp modSp add replId">
        <pc:chgData name="Hector Triana Lopez" userId="lNhGNRoEKTjvpZNftWYK8DHNXS2CM1UtyBegtxjJlqY=" providerId="None" clId="Web-{A9E693F8-1BAB-4199-AC0D-92783E5FAF69}" dt="2024-11-05T02:59:12.018" v="473" actId="14100"/>
        <pc:sldMkLst>
          <pc:docMk/>
          <pc:sldMk cId="1367321611" sldId="269"/>
        </pc:sldMkLst>
        <pc:spChg chg="del">
          <ac:chgData name="Hector Triana Lopez" userId="lNhGNRoEKTjvpZNftWYK8DHNXS2CM1UtyBegtxjJlqY=" providerId="None" clId="Web-{A9E693F8-1BAB-4199-AC0D-92783E5FAF69}" dt="2024-11-05T02:41:54.404" v="400"/>
          <ac:spMkLst>
            <pc:docMk/>
            <pc:sldMk cId="1367321611" sldId="269"/>
            <ac:spMk id="2" creationId="{C2DF9E11-F798-ACD3-2E76-1259C1D5911C}"/>
          </ac:spMkLst>
        </pc:spChg>
        <pc:spChg chg="del mod">
          <ac:chgData name="Hector Triana Lopez" userId="lNhGNRoEKTjvpZNftWYK8DHNXS2CM1UtyBegtxjJlqY=" providerId="None" clId="Web-{A9E693F8-1BAB-4199-AC0D-92783E5FAF69}" dt="2024-11-05T02:41:58.295" v="405"/>
          <ac:spMkLst>
            <pc:docMk/>
            <pc:sldMk cId="1367321611" sldId="269"/>
            <ac:spMk id="3" creationId="{2B50C698-A3FA-466A-E68C-3DCD8A3104E9}"/>
          </ac:spMkLst>
        </pc:spChg>
        <pc:spChg chg="del">
          <ac:chgData name="Hector Triana Lopez" userId="lNhGNRoEKTjvpZNftWYK8DHNXS2CM1UtyBegtxjJlqY=" providerId="None" clId="Web-{A9E693F8-1BAB-4199-AC0D-92783E5FAF69}" dt="2024-11-05T02:41:58.295" v="404"/>
          <ac:spMkLst>
            <pc:docMk/>
            <pc:sldMk cId="1367321611" sldId="269"/>
            <ac:spMk id="4" creationId="{84B9E437-81B8-1350-EBDE-70258ACD0F8C}"/>
          </ac:spMkLst>
        </pc:spChg>
        <pc:spChg chg="add mod">
          <ac:chgData name="Hector Triana Lopez" userId="lNhGNRoEKTjvpZNftWYK8DHNXS2CM1UtyBegtxjJlqY=" providerId="None" clId="Web-{A9E693F8-1BAB-4199-AC0D-92783E5FAF69}" dt="2024-11-05T02:55:25.355" v="446" actId="20577"/>
          <ac:spMkLst>
            <pc:docMk/>
            <pc:sldMk cId="1367321611" sldId="269"/>
            <ac:spMk id="7" creationId="{13AD5642-37D0-8F6D-1707-2E2308AE5BE9}"/>
          </ac:spMkLst>
        </pc:spChg>
        <pc:spChg chg="del">
          <ac:chgData name="Hector Triana Lopez" userId="lNhGNRoEKTjvpZNftWYK8DHNXS2CM1UtyBegtxjJlqY=" providerId="None" clId="Web-{A9E693F8-1BAB-4199-AC0D-92783E5FAF69}" dt="2024-11-05T02:41:52.233" v="399"/>
          <ac:spMkLst>
            <pc:docMk/>
            <pc:sldMk cId="1367321611" sldId="269"/>
            <ac:spMk id="8" creationId="{865AC648-4718-E91C-2EE7-C7AFBA343F2E}"/>
          </ac:spMkLst>
        </pc:spChg>
        <pc:spChg chg="add mod">
          <ac:chgData name="Hector Triana Lopez" userId="lNhGNRoEKTjvpZNftWYK8DHNXS2CM1UtyBegtxjJlqY=" providerId="None" clId="Web-{A9E693F8-1BAB-4199-AC0D-92783E5FAF69}" dt="2024-11-05T02:57:03.827" v="455" actId="20577"/>
          <ac:spMkLst>
            <pc:docMk/>
            <pc:sldMk cId="1367321611" sldId="269"/>
            <ac:spMk id="10" creationId="{66786B28-5D5B-6B9B-31B8-38D931FB9914}"/>
          </ac:spMkLst>
        </pc:spChg>
        <pc:spChg chg="add mod">
          <ac:chgData name="Hector Triana Lopez" userId="lNhGNRoEKTjvpZNftWYK8DHNXS2CM1UtyBegtxjJlqY=" providerId="None" clId="Web-{A9E693F8-1BAB-4199-AC0D-92783E5FAF69}" dt="2024-11-05T02:59:12.018" v="473" actId="14100"/>
          <ac:spMkLst>
            <pc:docMk/>
            <pc:sldMk cId="1367321611" sldId="269"/>
            <ac:spMk id="12" creationId="{59C042E1-8561-FCCC-6FC8-483977C3D254}"/>
          </ac:spMkLst>
        </pc:spChg>
        <pc:picChg chg="del">
          <ac:chgData name="Hector Triana Lopez" userId="lNhGNRoEKTjvpZNftWYK8DHNXS2CM1UtyBegtxjJlqY=" providerId="None" clId="Web-{A9E693F8-1BAB-4199-AC0D-92783E5FAF69}" dt="2024-11-05T02:41:58.295" v="403"/>
          <ac:picMkLst>
            <pc:docMk/>
            <pc:sldMk cId="1367321611" sldId="269"/>
            <ac:picMk id="5" creationId="{3F14C7E7-7CCB-812D-05B2-989DE6CD7C1D}"/>
          </ac:picMkLst>
        </pc:picChg>
        <pc:picChg chg="del">
          <ac:chgData name="Hector Triana Lopez" userId="lNhGNRoEKTjvpZNftWYK8DHNXS2CM1UtyBegtxjJlqY=" providerId="None" clId="Web-{A9E693F8-1BAB-4199-AC0D-92783E5FAF69}" dt="2024-11-05T02:41:58.295" v="402"/>
          <ac:picMkLst>
            <pc:docMk/>
            <pc:sldMk cId="1367321611" sldId="269"/>
            <ac:picMk id="6" creationId="{CE64D00B-D01D-8E6F-30CB-7FE1CE896C55}"/>
          </ac:picMkLst>
        </pc:picChg>
        <pc:picChg chg="add mod">
          <ac:chgData name="Hector Triana Lopez" userId="lNhGNRoEKTjvpZNftWYK8DHNXS2CM1UtyBegtxjJlqY=" providerId="None" clId="Web-{A9E693F8-1BAB-4199-AC0D-92783E5FAF69}" dt="2024-11-05T02:54:25.478" v="434" actId="1076"/>
          <ac:picMkLst>
            <pc:docMk/>
            <pc:sldMk cId="1367321611" sldId="269"/>
            <ac:picMk id="9" creationId="{809134C9-2661-EEF5-8D30-C202938FF01F}"/>
          </ac:picMkLst>
        </pc:picChg>
        <pc:picChg chg="add mod">
          <ac:chgData name="Hector Triana Lopez" userId="lNhGNRoEKTjvpZNftWYK8DHNXS2CM1UtyBegtxjJlqY=" providerId="None" clId="Web-{A9E693F8-1BAB-4199-AC0D-92783E5FAF69}" dt="2024-11-05T02:57:25.609" v="459" actId="1076"/>
          <ac:picMkLst>
            <pc:docMk/>
            <pc:sldMk cId="1367321611" sldId="269"/>
            <ac:picMk id="11" creationId="{1F886DF0-EB3B-F88C-3A4F-C892D9940BB7}"/>
          </ac:picMkLst>
        </pc:picChg>
        <pc:picChg chg="add mod">
          <ac:chgData name="Hector Triana Lopez" userId="lNhGNRoEKTjvpZNftWYK8DHNXS2CM1UtyBegtxjJlqY=" providerId="None" clId="Web-{A9E693F8-1BAB-4199-AC0D-92783E5FAF69}" dt="2024-11-05T02:58:52.971" v="471" actId="1076"/>
          <ac:picMkLst>
            <pc:docMk/>
            <pc:sldMk cId="1367321611" sldId="269"/>
            <ac:picMk id="13" creationId="{8FBE9C39-DDF6-CAD8-74F4-5673DD770A85}"/>
          </ac:picMkLst>
        </pc:picChg>
      </pc:sldChg>
    </pc:docChg>
  </pc:docChgLst>
  <pc:docChgLst>
    <pc:chgData name="Hector Triana Lopez" userId="lNhGNRoEKTjvpZNftWYK8DHNXS2CM1UtyBegtxjJlqY=" providerId="None" clId="Web-{7C192BA5-E1FD-40E1-8389-7750B0EE5CCE}"/>
    <pc:docChg chg="modSld">
      <pc:chgData name="Hector Triana Lopez" userId="lNhGNRoEKTjvpZNftWYK8DHNXS2CM1UtyBegtxjJlqY=" providerId="None" clId="Web-{7C192BA5-E1FD-40E1-8389-7750B0EE5CCE}" dt="2024-11-12T03:57:54.208" v="310" actId="20577"/>
      <pc:docMkLst>
        <pc:docMk/>
      </pc:docMkLst>
      <pc:sldChg chg="modSp">
        <pc:chgData name="Hector Triana Lopez" userId="lNhGNRoEKTjvpZNftWYK8DHNXS2CM1UtyBegtxjJlqY=" providerId="None" clId="Web-{7C192BA5-E1FD-40E1-8389-7750B0EE5CCE}" dt="2024-11-12T03:18:17.440" v="18" actId="20577"/>
        <pc:sldMkLst>
          <pc:docMk/>
          <pc:sldMk cId="109857222" sldId="256"/>
        </pc:sldMkLst>
        <pc:spChg chg="mod">
          <ac:chgData name="Hector Triana Lopez" userId="lNhGNRoEKTjvpZNftWYK8DHNXS2CM1UtyBegtxjJlqY=" providerId="None" clId="Web-{7C192BA5-E1FD-40E1-8389-7750B0EE5CCE}" dt="2024-11-12T03:18:17.440" v="18" actId="20577"/>
          <ac:spMkLst>
            <pc:docMk/>
            <pc:sldMk cId="109857222" sldId="256"/>
            <ac:spMk id="5" creationId="{524E7710-9BBE-3049-927A-5CB8DFA4FBE4}"/>
          </ac:spMkLst>
        </pc:spChg>
      </pc:sldChg>
      <pc:sldChg chg="addSp delSp modSp">
        <pc:chgData name="Hector Triana Lopez" userId="lNhGNRoEKTjvpZNftWYK8DHNXS2CM1UtyBegtxjJlqY=" providerId="None" clId="Web-{7C192BA5-E1FD-40E1-8389-7750B0EE5CCE}" dt="2024-11-12T03:29:35.222" v="154" actId="14100"/>
        <pc:sldMkLst>
          <pc:docMk/>
          <pc:sldMk cId="205415128" sldId="257"/>
        </pc:sldMkLst>
        <pc:spChg chg="mod">
          <ac:chgData name="Hector Triana Lopez" userId="lNhGNRoEKTjvpZNftWYK8DHNXS2CM1UtyBegtxjJlqY=" providerId="None" clId="Web-{7C192BA5-E1FD-40E1-8389-7750B0EE5CCE}" dt="2024-11-12T03:18:27.956" v="32" actId="20577"/>
          <ac:spMkLst>
            <pc:docMk/>
            <pc:sldMk cId="205415128" sldId="257"/>
            <ac:spMk id="4" creationId="{23BD9D59-B0B6-F06D-D922-AAA3AA001612}"/>
          </ac:spMkLst>
        </pc:spChg>
        <pc:spChg chg="mod">
          <ac:chgData name="Hector Triana Lopez" userId="lNhGNRoEKTjvpZNftWYK8DHNXS2CM1UtyBegtxjJlqY=" providerId="None" clId="Web-{7C192BA5-E1FD-40E1-8389-7750B0EE5CCE}" dt="2024-11-12T03:28:58.393" v="145" actId="20577"/>
          <ac:spMkLst>
            <pc:docMk/>
            <pc:sldMk cId="205415128" sldId="257"/>
            <ac:spMk id="5" creationId="{A47A22CD-F09D-AE5F-9D39-CFCC3F8EFC9B}"/>
          </ac:spMkLst>
        </pc:spChg>
        <pc:picChg chg="add mod">
          <ac:chgData name="Hector Triana Lopez" userId="lNhGNRoEKTjvpZNftWYK8DHNXS2CM1UtyBegtxjJlqY=" providerId="None" clId="Web-{7C192BA5-E1FD-40E1-8389-7750B0EE5CCE}" dt="2024-11-12T03:29:31.581" v="153" actId="14100"/>
          <ac:picMkLst>
            <pc:docMk/>
            <pc:sldMk cId="205415128" sldId="257"/>
            <ac:picMk id="2" creationId="{96B17D8F-724E-650D-1653-5EB775004126}"/>
          </ac:picMkLst>
        </pc:picChg>
        <pc:picChg chg="del">
          <ac:chgData name="Hector Triana Lopez" userId="lNhGNRoEKTjvpZNftWYK8DHNXS2CM1UtyBegtxjJlqY=" providerId="None" clId="Web-{7C192BA5-E1FD-40E1-8389-7750B0EE5CCE}" dt="2024-11-12T03:21:35.929" v="33"/>
          <ac:picMkLst>
            <pc:docMk/>
            <pc:sldMk cId="205415128" sldId="257"/>
            <ac:picMk id="3" creationId="{A4A1D6F6-6401-B71B-ADF5-002487B87B0A}"/>
          </ac:picMkLst>
        </pc:picChg>
        <pc:picChg chg="del">
          <ac:chgData name="Hector Triana Lopez" userId="lNhGNRoEKTjvpZNftWYK8DHNXS2CM1UtyBegtxjJlqY=" providerId="None" clId="Web-{7C192BA5-E1FD-40E1-8389-7750B0EE5CCE}" dt="2024-11-12T03:21:37.038" v="34"/>
          <ac:picMkLst>
            <pc:docMk/>
            <pc:sldMk cId="205415128" sldId="257"/>
            <ac:picMk id="6" creationId="{832A9876-E316-1C75-CB6A-6C43DF44337A}"/>
          </ac:picMkLst>
        </pc:picChg>
        <pc:picChg chg="add del mod">
          <ac:chgData name="Hector Triana Lopez" userId="lNhGNRoEKTjvpZNftWYK8DHNXS2CM1UtyBegtxjJlqY=" providerId="None" clId="Web-{7C192BA5-E1FD-40E1-8389-7750B0EE5CCE}" dt="2024-11-12T03:24:04.886" v="57"/>
          <ac:picMkLst>
            <pc:docMk/>
            <pc:sldMk cId="205415128" sldId="257"/>
            <ac:picMk id="7" creationId="{51942A04-639E-AC6C-FE48-1D494FD68408}"/>
          </ac:picMkLst>
        </pc:picChg>
        <pc:picChg chg="add mod">
          <ac:chgData name="Hector Triana Lopez" userId="lNhGNRoEKTjvpZNftWYK8DHNXS2CM1UtyBegtxjJlqY=" providerId="None" clId="Web-{7C192BA5-E1FD-40E1-8389-7750B0EE5CCE}" dt="2024-11-12T03:29:35.222" v="154" actId="14100"/>
          <ac:picMkLst>
            <pc:docMk/>
            <pc:sldMk cId="205415128" sldId="257"/>
            <ac:picMk id="8" creationId="{7B844A98-5B55-5CF5-9D34-3F54D819F7B4}"/>
          </ac:picMkLst>
        </pc:picChg>
      </pc:sldChg>
      <pc:sldChg chg="delSp">
        <pc:chgData name="Hector Triana Lopez" userId="lNhGNRoEKTjvpZNftWYK8DHNXS2CM1UtyBegtxjJlqY=" providerId="None" clId="Web-{7C192BA5-E1FD-40E1-8389-7750B0EE5CCE}" dt="2024-11-12T03:54:09.062" v="262"/>
        <pc:sldMkLst>
          <pc:docMk/>
          <pc:sldMk cId="2423518267" sldId="258"/>
        </pc:sldMkLst>
        <pc:picChg chg="del">
          <ac:chgData name="Hector Triana Lopez" userId="lNhGNRoEKTjvpZNftWYK8DHNXS2CM1UtyBegtxjJlqY=" providerId="None" clId="Web-{7C192BA5-E1FD-40E1-8389-7750B0EE5CCE}" dt="2024-11-12T03:54:09.062" v="262"/>
          <ac:picMkLst>
            <pc:docMk/>
            <pc:sldMk cId="2423518267" sldId="258"/>
            <ac:picMk id="3" creationId="{E9646654-29DE-6823-7C2D-4AA57C2C2C82}"/>
          </ac:picMkLst>
        </pc:picChg>
      </pc:sldChg>
      <pc:sldChg chg="addSp delSp modSp">
        <pc:chgData name="Hector Triana Lopez" userId="lNhGNRoEKTjvpZNftWYK8DHNXS2CM1UtyBegtxjJlqY=" providerId="None" clId="Web-{7C192BA5-E1FD-40E1-8389-7750B0EE5CCE}" dt="2024-11-12T03:26:19.342" v="119" actId="20577"/>
        <pc:sldMkLst>
          <pc:docMk/>
          <pc:sldMk cId="1313455595" sldId="267"/>
        </pc:sldMkLst>
        <pc:spChg chg="mod">
          <ac:chgData name="Hector Triana Lopez" userId="lNhGNRoEKTjvpZNftWYK8DHNXS2CM1UtyBegtxjJlqY=" providerId="None" clId="Web-{7C192BA5-E1FD-40E1-8389-7750B0EE5CCE}" dt="2024-11-12T03:24:15.542" v="69" actId="20577"/>
          <ac:spMkLst>
            <pc:docMk/>
            <pc:sldMk cId="1313455595" sldId="267"/>
            <ac:spMk id="4" creationId="{23BD9D59-B0B6-F06D-D922-AAA3AA001612}"/>
          </ac:spMkLst>
        </pc:spChg>
        <pc:spChg chg="mod">
          <ac:chgData name="Hector Triana Lopez" userId="lNhGNRoEKTjvpZNftWYK8DHNXS2CM1UtyBegtxjJlqY=" providerId="None" clId="Web-{7C192BA5-E1FD-40E1-8389-7750B0EE5CCE}" dt="2024-11-12T03:26:19.342" v="119" actId="20577"/>
          <ac:spMkLst>
            <pc:docMk/>
            <pc:sldMk cId="1313455595" sldId="267"/>
            <ac:spMk id="6" creationId="{FF7918D4-690F-F126-3A19-D9C597BA1EE7}"/>
          </ac:spMkLst>
        </pc:spChg>
        <pc:picChg chg="del">
          <ac:chgData name="Hector Triana Lopez" userId="lNhGNRoEKTjvpZNftWYK8DHNXS2CM1UtyBegtxjJlqY=" providerId="None" clId="Web-{7C192BA5-E1FD-40E1-8389-7750B0EE5CCE}" dt="2024-11-12T03:24:16.074" v="70"/>
          <ac:picMkLst>
            <pc:docMk/>
            <pc:sldMk cId="1313455595" sldId="267"/>
            <ac:picMk id="2" creationId="{5AE4CB21-EDB5-62ED-F6BB-C859A40D3D2E}"/>
          </ac:picMkLst>
        </pc:picChg>
        <pc:picChg chg="add mod">
          <ac:chgData name="Hector Triana Lopez" userId="lNhGNRoEKTjvpZNftWYK8DHNXS2CM1UtyBegtxjJlqY=" providerId="None" clId="Web-{7C192BA5-E1FD-40E1-8389-7750B0EE5CCE}" dt="2024-11-12T03:24:30.105" v="74" actId="1076"/>
          <ac:picMkLst>
            <pc:docMk/>
            <pc:sldMk cId="1313455595" sldId="267"/>
            <ac:picMk id="3" creationId="{C517A877-CBF3-88D2-73D7-811531E5A84E}"/>
          </ac:picMkLst>
        </pc:picChg>
      </pc:sldChg>
      <pc:sldChg chg="addSp delSp modSp addAnim delAnim modAnim">
        <pc:chgData name="Hector Triana Lopez" userId="lNhGNRoEKTjvpZNftWYK8DHNXS2CM1UtyBegtxjJlqY=" providerId="None" clId="Web-{7C192BA5-E1FD-40E1-8389-7750B0EE5CCE}" dt="2024-11-12T03:57:54.208" v="310" actId="20577"/>
        <pc:sldMkLst>
          <pc:docMk/>
          <pc:sldMk cId="1230888154" sldId="268"/>
        </pc:sldMkLst>
        <pc:spChg chg="mod">
          <ac:chgData name="Hector Triana Lopez" userId="lNhGNRoEKTjvpZNftWYK8DHNXS2CM1UtyBegtxjJlqY=" providerId="None" clId="Web-{7C192BA5-E1FD-40E1-8389-7750B0EE5CCE}" dt="2024-11-12T03:57:54.208" v="310" actId="20577"/>
          <ac:spMkLst>
            <pc:docMk/>
            <pc:sldMk cId="1230888154" sldId="268"/>
            <ac:spMk id="4" creationId="{23BD9D59-B0B6-F06D-D922-AAA3AA001612}"/>
          </ac:spMkLst>
        </pc:spChg>
        <pc:spChg chg="del mod">
          <ac:chgData name="Hector Triana Lopez" userId="lNhGNRoEKTjvpZNftWYK8DHNXS2CM1UtyBegtxjJlqY=" providerId="None" clId="Web-{7C192BA5-E1FD-40E1-8389-7750B0EE5CCE}" dt="2024-11-12T03:29:57.176" v="159"/>
          <ac:spMkLst>
            <pc:docMk/>
            <pc:sldMk cId="1230888154" sldId="268"/>
            <ac:spMk id="5" creationId="{A47A22CD-F09D-AE5F-9D39-CFCC3F8EFC9B}"/>
          </ac:spMkLst>
        </pc:spChg>
        <pc:spChg chg="add mod">
          <ac:chgData name="Hector Triana Lopez" userId="lNhGNRoEKTjvpZNftWYK8DHNXS2CM1UtyBegtxjJlqY=" providerId="None" clId="Web-{7C192BA5-E1FD-40E1-8389-7750B0EE5CCE}" dt="2024-11-12T03:41:14.965" v="210"/>
          <ac:spMkLst>
            <pc:docMk/>
            <pc:sldMk cId="1230888154" sldId="268"/>
            <ac:spMk id="6" creationId="{539FFB18-499C-3814-0E5F-D01DA37D6EA7}"/>
          </ac:spMkLst>
        </pc:spChg>
        <pc:spChg chg="add mod">
          <ac:chgData name="Hector Triana Lopez" userId="lNhGNRoEKTjvpZNftWYK8DHNXS2CM1UtyBegtxjJlqY=" providerId="None" clId="Web-{7C192BA5-E1FD-40E1-8389-7750B0EE5CCE}" dt="2024-11-12T03:41:14.981" v="211"/>
          <ac:spMkLst>
            <pc:docMk/>
            <pc:sldMk cId="1230888154" sldId="268"/>
            <ac:spMk id="7" creationId="{9DF57F45-559C-46D2-8185-CACAD47007C8}"/>
          </ac:spMkLst>
        </pc:spChg>
        <pc:spChg chg="add del">
          <ac:chgData name="Hector Triana Lopez" userId="lNhGNRoEKTjvpZNftWYK8DHNXS2CM1UtyBegtxjJlqY=" providerId="None" clId="Web-{7C192BA5-E1FD-40E1-8389-7750B0EE5CCE}" dt="2024-11-12T03:40:00.521" v="204"/>
          <ac:spMkLst>
            <pc:docMk/>
            <pc:sldMk cId="1230888154" sldId="268"/>
            <ac:spMk id="8" creationId="{08DD7A34-A3AC-684A-3711-40F370BCA27C}"/>
          </ac:spMkLst>
        </pc:spChg>
        <pc:spChg chg="add mod">
          <ac:chgData name="Hector Triana Lopez" userId="lNhGNRoEKTjvpZNftWYK8DHNXS2CM1UtyBegtxjJlqY=" providerId="None" clId="Web-{7C192BA5-E1FD-40E1-8389-7750B0EE5CCE}" dt="2024-11-12T03:41:56.747" v="220" actId="20577"/>
          <ac:spMkLst>
            <pc:docMk/>
            <pc:sldMk cId="1230888154" sldId="268"/>
            <ac:spMk id="9" creationId="{B9976C6E-EF34-A215-0AB6-F6F9A9D1794D}"/>
          </ac:spMkLst>
        </pc:spChg>
        <pc:spChg chg="add mod">
          <ac:chgData name="Hector Triana Lopez" userId="lNhGNRoEKTjvpZNftWYK8DHNXS2CM1UtyBegtxjJlqY=" providerId="None" clId="Web-{7C192BA5-E1FD-40E1-8389-7750B0EE5CCE}" dt="2024-11-12T03:43:09.374" v="233" actId="20577"/>
          <ac:spMkLst>
            <pc:docMk/>
            <pc:sldMk cId="1230888154" sldId="268"/>
            <ac:spMk id="10" creationId="{6687B890-1093-CDBA-2F02-F8F6BC37F7D4}"/>
          </ac:spMkLst>
        </pc:spChg>
        <pc:spChg chg="add mod">
          <ac:chgData name="Hector Triana Lopez" userId="lNhGNRoEKTjvpZNftWYK8DHNXS2CM1UtyBegtxjJlqY=" providerId="None" clId="Web-{7C192BA5-E1FD-40E1-8389-7750B0EE5CCE}" dt="2024-11-12T03:52:28.403" v="247" actId="20577"/>
          <ac:spMkLst>
            <pc:docMk/>
            <pc:sldMk cId="1230888154" sldId="268"/>
            <ac:spMk id="11" creationId="{C257B64B-C906-F646-801E-6CB135775499}"/>
          </ac:spMkLst>
        </pc:spChg>
        <pc:spChg chg="add mod">
          <ac:chgData name="Hector Triana Lopez" userId="lNhGNRoEKTjvpZNftWYK8DHNXS2CM1UtyBegtxjJlqY=" providerId="None" clId="Web-{7C192BA5-E1FD-40E1-8389-7750B0EE5CCE}" dt="2024-11-12T03:53:38.186" v="258" actId="20577"/>
          <ac:spMkLst>
            <pc:docMk/>
            <pc:sldMk cId="1230888154" sldId="268"/>
            <ac:spMk id="12" creationId="{48719949-999E-3020-54B6-B22E57352A44}"/>
          </ac:spMkLst>
        </pc:spChg>
        <pc:spChg chg="add mod">
          <ac:chgData name="Hector Triana Lopez" userId="lNhGNRoEKTjvpZNftWYK8DHNXS2CM1UtyBegtxjJlqY=" providerId="None" clId="Web-{7C192BA5-E1FD-40E1-8389-7750B0EE5CCE}" dt="2024-11-12T03:54:49.547" v="272" actId="1076"/>
          <ac:spMkLst>
            <pc:docMk/>
            <pc:sldMk cId="1230888154" sldId="268"/>
            <ac:spMk id="13" creationId="{186EEB9E-46C5-1930-DE90-6095BE2DE838}"/>
          </ac:spMkLst>
        </pc:spChg>
        <pc:spChg chg="add mod">
          <ac:chgData name="Hector Triana Lopez" userId="lNhGNRoEKTjvpZNftWYK8DHNXS2CM1UtyBegtxjJlqY=" providerId="None" clId="Web-{7C192BA5-E1FD-40E1-8389-7750B0EE5CCE}" dt="2024-11-12T03:56:31.956" v="290" actId="1076"/>
          <ac:spMkLst>
            <pc:docMk/>
            <pc:sldMk cId="1230888154" sldId="268"/>
            <ac:spMk id="14" creationId="{9DA0A78B-D5AB-E3A3-04EE-A480BF84C740}"/>
          </ac:spMkLst>
        </pc:spChg>
        <pc:spChg chg="add mod">
          <ac:chgData name="Hector Triana Lopez" userId="lNhGNRoEKTjvpZNftWYK8DHNXS2CM1UtyBegtxjJlqY=" providerId="None" clId="Web-{7C192BA5-E1FD-40E1-8389-7750B0EE5CCE}" dt="2024-11-12T03:57:16.707" v="301" actId="20577"/>
          <ac:spMkLst>
            <pc:docMk/>
            <pc:sldMk cId="1230888154" sldId="268"/>
            <ac:spMk id="15" creationId="{6E4F3769-2008-B703-9F6A-6ABB1BE0E802}"/>
          </ac:spMkLst>
        </pc:spChg>
        <pc:picChg chg="add mod">
          <ac:chgData name="Hector Triana Lopez" userId="lNhGNRoEKTjvpZNftWYK8DHNXS2CM1UtyBegtxjJlqY=" providerId="None" clId="Web-{7C192BA5-E1FD-40E1-8389-7750B0EE5CCE}" dt="2024-11-12T03:30:18.879" v="165" actId="1076"/>
          <ac:picMkLst>
            <pc:docMk/>
            <pc:sldMk cId="1230888154" sldId="268"/>
            <ac:picMk id="2" creationId="{111FAC36-4677-7351-3C3D-1BCC384DFA2D}"/>
          </ac:picMkLst>
        </pc:picChg>
        <pc:picChg chg="del">
          <ac:chgData name="Hector Triana Lopez" userId="lNhGNRoEKTjvpZNftWYK8DHNXS2CM1UtyBegtxjJlqY=" providerId="None" clId="Web-{7C192BA5-E1FD-40E1-8389-7750B0EE5CCE}" dt="2024-11-12T03:29:57.816" v="160"/>
          <ac:picMkLst>
            <pc:docMk/>
            <pc:sldMk cId="1230888154" sldId="268"/>
            <ac:picMk id="3" creationId="{2B3AE1CA-21C2-6DB0-78D1-73E4EF2DC163}"/>
          </ac:picMkLst>
        </pc:picChg>
      </pc:sldChg>
    </pc:docChg>
  </pc:docChgLst>
  <pc:docChgLst>
    <pc:chgData name="Hector Triana Lopez" userId="lNhGNRoEKTjvpZNftWYK8DHNXS2CM1UtyBegtxjJlqY=" providerId="None" clId="Web-{C2CDE18F-3671-4A25-B12E-01C79ECF359D}"/>
    <pc:docChg chg="addSld modSld">
      <pc:chgData name="Hector Triana Lopez" userId="lNhGNRoEKTjvpZNftWYK8DHNXS2CM1UtyBegtxjJlqY=" providerId="None" clId="Web-{C2CDE18F-3671-4A25-B12E-01C79ECF359D}" dt="2024-10-21T13:48:07.810" v="111" actId="14100"/>
      <pc:docMkLst>
        <pc:docMk/>
      </pc:docMkLst>
      <pc:sldChg chg="modSp">
        <pc:chgData name="Hector Triana Lopez" userId="lNhGNRoEKTjvpZNftWYK8DHNXS2CM1UtyBegtxjJlqY=" providerId="None" clId="Web-{C2CDE18F-3671-4A25-B12E-01C79ECF359D}" dt="2024-10-21T13:44:09.335" v="87" actId="20577"/>
        <pc:sldMkLst>
          <pc:docMk/>
          <pc:sldMk cId="303365160" sldId="262"/>
        </pc:sldMkLst>
        <pc:spChg chg="mod">
          <ac:chgData name="Hector Triana Lopez" userId="lNhGNRoEKTjvpZNftWYK8DHNXS2CM1UtyBegtxjJlqY=" providerId="None" clId="Web-{C2CDE18F-3671-4A25-B12E-01C79ECF359D}" dt="2024-10-21T13:44:09.335" v="87" actId="20577"/>
          <ac:spMkLst>
            <pc:docMk/>
            <pc:sldMk cId="303365160" sldId="262"/>
            <ac:spMk id="3" creationId="{15A950E1-B4D4-A06B-19A4-15B9FFB5788A}"/>
          </ac:spMkLst>
        </pc:spChg>
      </pc:sldChg>
      <pc:sldChg chg="modSp">
        <pc:chgData name="Hector Triana Lopez" userId="lNhGNRoEKTjvpZNftWYK8DHNXS2CM1UtyBegtxjJlqY=" providerId="None" clId="Web-{C2CDE18F-3671-4A25-B12E-01C79ECF359D}" dt="2024-10-21T13:48:07.810" v="111" actId="14100"/>
        <pc:sldMkLst>
          <pc:docMk/>
          <pc:sldMk cId="3541783162" sldId="263"/>
        </pc:sldMkLst>
        <pc:spChg chg="mod">
          <ac:chgData name="Hector Triana Lopez" userId="lNhGNRoEKTjvpZNftWYK8DHNXS2CM1UtyBegtxjJlqY=" providerId="None" clId="Web-{C2CDE18F-3671-4A25-B12E-01C79ECF359D}" dt="2024-10-21T13:48:07.810" v="111" actId="14100"/>
          <ac:spMkLst>
            <pc:docMk/>
            <pc:sldMk cId="3541783162" sldId="263"/>
            <ac:spMk id="3" creationId="{EBFE712D-CCDA-BD08-A769-2C8823E4C25E}"/>
          </ac:spMkLst>
        </pc:spChg>
      </pc:sldChg>
      <pc:sldChg chg="addSp modSp new">
        <pc:chgData name="Hector Triana Lopez" userId="lNhGNRoEKTjvpZNftWYK8DHNXS2CM1UtyBegtxjJlqY=" providerId="None" clId="Web-{C2CDE18F-3671-4A25-B12E-01C79ECF359D}" dt="2024-10-21T13:38:32.419" v="30" actId="1076"/>
        <pc:sldMkLst>
          <pc:docMk/>
          <pc:sldMk cId="4100784356" sldId="265"/>
        </pc:sldMkLst>
        <pc:spChg chg="add mod">
          <ac:chgData name="Hector Triana Lopez" userId="lNhGNRoEKTjvpZNftWYK8DHNXS2CM1UtyBegtxjJlqY=" providerId="None" clId="Web-{C2CDE18F-3671-4A25-B12E-01C79ECF359D}" dt="2024-10-21T13:38:26.841" v="29" actId="20577"/>
          <ac:spMkLst>
            <pc:docMk/>
            <pc:sldMk cId="4100784356" sldId="265"/>
            <ac:spMk id="2" creationId="{A2ADB5A0-ECAA-9976-D34A-0236BC246929}"/>
          </ac:spMkLst>
        </pc:spChg>
        <pc:spChg chg="add mod">
          <ac:chgData name="Hector Triana Lopez" userId="lNhGNRoEKTjvpZNftWYK8DHNXS2CM1UtyBegtxjJlqY=" providerId="None" clId="Web-{C2CDE18F-3671-4A25-B12E-01C79ECF359D}" dt="2024-10-21T13:38:32.419" v="30" actId="1076"/>
          <ac:spMkLst>
            <pc:docMk/>
            <pc:sldMk cId="4100784356" sldId="265"/>
            <ac:spMk id="4" creationId="{952F64F8-A44D-ED36-EF6E-F6CBB2DED32E}"/>
          </ac:spMkLst>
        </pc:spChg>
        <pc:picChg chg="add mod">
          <ac:chgData name="Hector Triana Lopez" userId="lNhGNRoEKTjvpZNftWYK8DHNXS2CM1UtyBegtxjJlqY=" providerId="None" clId="Web-{C2CDE18F-3671-4A25-B12E-01C79ECF359D}" dt="2024-10-21T13:38:05.949" v="19" actId="1076"/>
          <ac:picMkLst>
            <pc:docMk/>
            <pc:sldMk cId="4100784356" sldId="265"/>
            <ac:picMk id="3" creationId="{DD4508A4-362D-4AC5-9848-ED6C425944BE}"/>
          </ac:picMkLst>
        </pc:picChg>
      </pc:sldChg>
      <pc:sldChg chg="addSp modSp new">
        <pc:chgData name="Hector Triana Lopez" userId="lNhGNRoEKTjvpZNftWYK8DHNXS2CM1UtyBegtxjJlqY=" providerId="None" clId="Web-{C2CDE18F-3671-4A25-B12E-01C79ECF359D}" dt="2024-10-21T13:40:43.282" v="51" actId="1076"/>
        <pc:sldMkLst>
          <pc:docMk/>
          <pc:sldMk cId="2285102958" sldId="266"/>
        </pc:sldMkLst>
        <pc:spChg chg="add mod">
          <ac:chgData name="Hector Triana Lopez" userId="lNhGNRoEKTjvpZNftWYK8DHNXS2CM1UtyBegtxjJlqY=" providerId="None" clId="Web-{C2CDE18F-3671-4A25-B12E-01C79ECF359D}" dt="2024-10-21T13:40:43.282" v="51" actId="1076"/>
          <ac:spMkLst>
            <pc:docMk/>
            <pc:sldMk cId="2285102958" sldId="266"/>
            <ac:spMk id="3" creationId="{4FF92897-1CC3-C263-7F8B-4E6421779313}"/>
          </ac:spMkLst>
        </pc:spChg>
        <pc:picChg chg="add mod">
          <ac:chgData name="Hector Triana Lopez" userId="lNhGNRoEKTjvpZNftWYK8DHNXS2CM1UtyBegtxjJlqY=" providerId="None" clId="Web-{C2CDE18F-3671-4A25-B12E-01C79ECF359D}" dt="2024-10-21T13:39:49.984" v="37" actId="1076"/>
          <ac:picMkLst>
            <pc:docMk/>
            <pc:sldMk cId="2285102958" sldId="266"/>
            <ac:picMk id="2" creationId="{91216912-729A-3EF5-0DC9-3BA13E04A409}"/>
          </ac:picMkLst>
        </pc:picChg>
      </pc:sldChg>
    </pc:docChg>
  </pc:docChgLst>
  <pc:docChgLst>
    <pc:chgData name="Hector Triana Lopez" userId="lNhGNRoEKTjvpZNftWYK8DHNXS2CM1UtyBegtxjJlqY=" providerId="None" clId="Web-{24C34118-40AE-447E-AAAE-D1D18972031A}"/>
    <pc:docChg chg="addSld delSld modSld">
      <pc:chgData name="Hector Triana Lopez" userId="lNhGNRoEKTjvpZNftWYK8DHNXS2CM1UtyBegtxjJlqY=" providerId="None" clId="Web-{24C34118-40AE-447E-AAAE-D1D18972031A}" dt="2024-10-29T19:23:45.417" v="457" actId="1076"/>
      <pc:docMkLst>
        <pc:docMk/>
      </pc:docMkLst>
      <pc:sldChg chg="modSp">
        <pc:chgData name="Hector Triana Lopez" userId="lNhGNRoEKTjvpZNftWYK8DHNXS2CM1UtyBegtxjJlqY=" providerId="None" clId="Web-{24C34118-40AE-447E-AAAE-D1D18972031A}" dt="2024-10-29T19:23:45.417" v="457" actId="1076"/>
        <pc:sldMkLst>
          <pc:docMk/>
          <pc:sldMk cId="109857222" sldId="256"/>
        </pc:sldMkLst>
        <pc:spChg chg="mod">
          <ac:chgData name="Hector Triana Lopez" userId="lNhGNRoEKTjvpZNftWYK8DHNXS2CM1UtyBegtxjJlqY=" providerId="None" clId="Web-{24C34118-40AE-447E-AAAE-D1D18972031A}" dt="2024-10-29T19:23:45.417" v="457" actId="1076"/>
          <ac:spMkLst>
            <pc:docMk/>
            <pc:sldMk cId="109857222" sldId="256"/>
            <ac:spMk id="5" creationId="{524E7710-9BBE-3049-927A-5CB8DFA4FBE4}"/>
          </ac:spMkLst>
        </pc:spChg>
      </pc:sldChg>
      <pc:sldChg chg="addSp delSp modSp">
        <pc:chgData name="Hector Triana Lopez" userId="lNhGNRoEKTjvpZNftWYK8DHNXS2CM1UtyBegtxjJlqY=" providerId="None" clId="Web-{24C34118-40AE-447E-AAAE-D1D18972031A}" dt="2024-10-29T18:36:13.805" v="26" actId="1076"/>
        <pc:sldMkLst>
          <pc:docMk/>
          <pc:sldMk cId="205415128" sldId="257"/>
        </pc:sldMkLst>
        <pc:spChg chg="mod">
          <ac:chgData name="Hector Triana Lopez" userId="lNhGNRoEKTjvpZNftWYK8DHNXS2CM1UtyBegtxjJlqY=" providerId="None" clId="Web-{24C34118-40AE-447E-AAAE-D1D18972031A}" dt="2024-10-29T18:34:56.238" v="1" actId="20577"/>
          <ac:spMkLst>
            <pc:docMk/>
            <pc:sldMk cId="205415128" sldId="257"/>
            <ac:spMk id="4" creationId="{23BD9D59-B0B6-F06D-D922-AAA3AA001612}"/>
          </ac:spMkLst>
        </pc:spChg>
        <pc:spChg chg="mod">
          <ac:chgData name="Hector Triana Lopez" userId="lNhGNRoEKTjvpZNftWYK8DHNXS2CM1UtyBegtxjJlqY=" providerId="None" clId="Web-{24C34118-40AE-447E-AAAE-D1D18972031A}" dt="2024-10-29T18:35:39.459" v="19" actId="1076"/>
          <ac:spMkLst>
            <pc:docMk/>
            <pc:sldMk cId="205415128" sldId="257"/>
            <ac:spMk id="5" creationId="{A47A22CD-F09D-AE5F-9D39-CFCC3F8EFC9B}"/>
          </ac:spMkLst>
        </pc:spChg>
        <pc:picChg chg="add mod">
          <ac:chgData name="Hector Triana Lopez" userId="lNhGNRoEKTjvpZNftWYK8DHNXS2CM1UtyBegtxjJlqY=" providerId="None" clId="Web-{24C34118-40AE-447E-AAAE-D1D18972031A}" dt="2024-10-29T18:36:13.805" v="26" actId="1076"/>
          <ac:picMkLst>
            <pc:docMk/>
            <pc:sldMk cId="205415128" sldId="257"/>
            <ac:picMk id="2" creationId="{A8543640-A71E-A067-C90F-C906446E819D}"/>
          </ac:picMkLst>
        </pc:picChg>
        <pc:picChg chg="del">
          <ac:chgData name="Hector Triana Lopez" userId="lNhGNRoEKTjvpZNftWYK8DHNXS2CM1UtyBegtxjJlqY=" providerId="None" clId="Web-{24C34118-40AE-447E-AAAE-D1D18972031A}" dt="2024-10-29T18:35:59.945" v="20"/>
          <ac:picMkLst>
            <pc:docMk/>
            <pc:sldMk cId="205415128" sldId="257"/>
            <ac:picMk id="6" creationId="{0658E172-0992-C5E4-1FF4-B5D3950F589A}"/>
          </ac:picMkLst>
        </pc:picChg>
      </pc:sldChg>
      <pc:sldChg chg="addSp delSp modSp">
        <pc:chgData name="Hector Triana Lopez" userId="lNhGNRoEKTjvpZNftWYK8DHNXS2CM1UtyBegtxjJlqY=" providerId="None" clId="Web-{24C34118-40AE-447E-AAAE-D1D18972031A}" dt="2024-10-29T19:01:48.751" v="158" actId="14100"/>
        <pc:sldMkLst>
          <pc:docMk/>
          <pc:sldMk cId="2423518267" sldId="258"/>
        </pc:sldMkLst>
        <pc:spChg chg="del mod">
          <ac:chgData name="Hector Triana Lopez" userId="lNhGNRoEKTjvpZNftWYK8DHNXS2CM1UtyBegtxjJlqY=" providerId="None" clId="Web-{24C34118-40AE-447E-AAAE-D1D18972031A}" dt="2024-10-29T19:00:49.013" v="136"/>
          <ac:spMkLst>
            <pc:docMk/>
            <pc:sldMk cId="2423518267" sldId="258"/>
            <ac:spMk id="4" creationId="{E7409DC5-F417-C79E-B569-117BA56F35E6}"/>
          </ac:spMkLst>
        </pc:spChg>
        <pc:spChg chg="mod">
          <ac:chgData name="Hector Triana Lopez" userId="lNhGNRoEKTjvpZNftWYK8DHNXS2CM1UtyBegtxjJlqY=" providerId="None" clId="Web-{24C34118-40AE-447E-AAAE-D1D18972031A}" dt="2024-10-29T19:01:45.033" v="157" actId="20577"/>
          <ac:spMkLst>
            <pc:docMk/>
            <pc:sldMk cId="2423518267" sldId="258"/>
            <ac:spMk id="5" creationId="{AE41CB5C-18DE-AEBB-10E7-9412C23A1F27}"/>
          </ac:spMkLst>
        </pc:spChg>
        <pc:spChg chg="add mod">
          <ac:chgData name="Hector Triana Lopez" userId="lNhGNRoEKTjvpZNftWYK8DHNXS2CM1UtyBegtxjJlqY=" providerId="None" clId="Web-{24C34118-40AE-447E-AAAE-D1D18972031A}" dt="2024-10-29T19:00:57.529" v="139" actId="20577"/>
          <ac:spMkLst>
            <pc:docMk/>
            <pc:sldMk cId="2423518267" sldId="258"/>
            <ac:spMk id="8" creationId="{1E268C44-E77E-2ECA-034F-9935011342D0}"/>
          </ac:spMkLst>
        </pc:spChg>
        <pc:picChg chg="del">
          <ac:chgData name="Hector Triana Lopez" userId="lNhGNRoEKTjvpZNftWYK8DHNXS2CM1UtyBegtxjJlqY=" providerId="None" clId="Web-{24C34118-40AE-447E-AAAE-D1D18972031A}" dt="2024-10-29T18:36:40.292" v="27"/>
          <ac:picMkLst>
            <pc:docMk/>
            <pc:sldMk cId="2423518267" sldId="258"/>
            <ac:picMk id="2" creationId="{F2B030FD-AC4C-0154-1CD2-70BF28D94A00}"/>
          </ac:picMkLst>
        </pc:picChg>
        <pc:picChg chg="del">
          <ac:chgData name="Hector Triana Lopez" userId="lNhGNRoEKTjvpZNftWYK8DHNXS2CM1UtyBegtxjJlqY=" providerId="None" clId="Web-{24C34118-40AE-447E-AAAE-D1D18972031A}" dt="2024-10-29T18:36:41.073" v="28"/>
          <ac:picMkLst>
            <pc:docMk/>
            <pc:sldMk cId="2423518267" sldId="258"/>
            <ac:picMk id="3" creationId="{BDBD9C9C-DF6F-DFA6-1EFE-12F37E6E7BD8}"/>
          </ac:picMkLst>
        </pc:picChg>
        <pc:picChg chg="add mod">
          <ac:chgData name="Hector Triana Lopez" userId="lNhGNRoEKTjvpZNftWYK8DHNXS2CM1UtyBegtxjJlqY=" providerId="None" clId="Web-{24C34118-40AE-447E-AAAE-D1D18972031A}" dt="2024-10-29T19:01:48.751" v="158" actId="14100"/>
          <ac:picMkLst>
            <pc:docMk/>
            <pc:sldMk cId="2423518267" sldId="258"/>
            <ac:picMk id="6" creationId="{FAEB2FBB-0BD0-698B-5469-73A3398C3A8C}"/>
          </ac:picMkLst>
        </pc:picChg>
      </pc:sldChg>
      <pc:sldChg chg="del">
        <pc:chgData name="Hector Triana Lopez" userId="lNhGNRoEKTjvpZNftWYK8DHNXS2CM1UtyBegtxjJlqY=" providerId="None" clId="Web-{24C34118-40AE-447E-AAAE-D1D18972031A}" dt="2024-10-29T19:13:06.687" v="274"/>
        <pc:sldMkLst>
          <pc:docMk/>
          <pc:sldMk cId="2177410942" sldId="259"/>
        </pc:sldMkLst>
      </pc:sldChg>
      <pc:sldChg chg="addSp delSp modSp">
        <pc:chgData name="Hector Triana Lopez" userId="lNhGNRoEKTjvpZNftWYK8DHNXS2CM1UtyBegtxjJlqY=" providerId="None" clId="Web-{24C34118-40AE-447E-AAAE-D1D18972031A}" dt="2024-10-29T19:12:37.013" v="273" actId="1076"/>
        <pc:sldMkLst>
          <pc:docMk/>
          <pc:sldMk cId="3446434520" sldId="260"/>
        </pc:sldMkLst>
        <pc:spChg chg="del">
          <ac:chgData name="Hector Triana Lopez" userId="lNhGNRoEKTjvpZNftWYK8DHNXS2CM1UtyBegtxjJlqY=" providerId="None" clId="Web-{24C34118-40AE-447E-AAAE-D1D18972031A}" dt="2024-10-29T19:02:58.365" v="159"/>
          <ac:spMkLst>
            <pc:docMk/>
            <pc:sldMk cId="3446434520" sldId="260"/>
            <ac:spMk id="2" creationId="{53F6117F-E69D-3BDF-0FDD-0A88CF949B86}"/>
          </ac:spMkLst>
        </pc:spChg>
        <pc:spChg chg="del">
          <ac:chgData name="Hector Triana Lopez" userId="lNhGNRoEKTjvpZNftWYK8DHNXS2CM1UtyBegtxjJlqY=" providerId="None" clId="Web-{24C34118-40AE-447E-AAAE-D1D18972031A}" dt="2024-10-29T19:03:14.835" v="175"/>
          <ac:spMkLst>
            <pc:docMk/>
            <pc:sldMk cId="3446434520" sldId="260"/>
            <ac:spMk id="5" creationId="{5EA0F0E4-3FC5-4455-C4A2-0D351A0520FB}"/>
          </ac:spMkLst>
        </pc:spChg>
        <pc:spChg chg="add mod">
          <ac:chgData name="Hector Triana Lopez" userId="lNhGNRoEKTjvpZNftWYK8DHNXS2CM1UtyBegtxjJlqY=" providerId="None" clId="Web-{24C34118-40AE-447E-AAAE-D1D18972031A}" dt="2024-10-29T19:03:12.288" v="172" actId="20577"/>
          <ac:spMkLst>
            <pc:docMk/>
            <pc:sldMk cId="3446434520" sldId="260"/>
            <ac:spMk id="7" creationId="{FDAE4861-F461-CC67-D788-5C5A4F33DC6C}"/>
          </ac:spMkLst>
        </pc:spChg>
        <pc:spChg chg="add mod">
          <ac:chgData name="Hector Triana Lopez" userId="lNhGNRoEKTjvpZNftWYK8DHNXS2CM1UtyBegtxjJlqY=" providerId="None" clId="Web-{24C34118-40AE-447E-AAAE-D1D18972031A}" dt="2024-10-29T19:12:37.013" v="273" actId="1076"/>
          <ac:spMkLst>
            <pc:docMk/>
            <pc:sldMk cId="3446434520" sldId="260"/>
            <ac:spMk id="10" creationId="{B2389A2C-09CE-77E9-387C-D648ABACAD53}"/>
          </ac:spMkLst>
        </pc:spChg>
        <pc:picChg chg="del">
          <ac:chgData name="Hector Triana Lopez" userId="lNhGNRoEKTjvpZNftWYK8DHNXS2CM1UtyBegtxjJlqY=" providerId="None" clId="Web-{24C34118-40AE-447E-AAAE-D1D18972031A}" dt="2024-10-29T19:03:13.398" v="173"/>
          <ac:picMkLst>
            <pc:docMk/>
            <pc:sldMk cId="3446434520" sldId="260"/>
            <ac:picMk id="3" creationId="{F569A88F-B6F8-6EC6-2750-C84007FE75D5}"/>
          </ac:picMkLst>
        </pc:picChg>
        <pc:picChg chg="del">
          <ac:chgData name="Hector Triana Lopez" userId="lNhGNRoEKTjvpZNftWYK8DHNXS2CM1UtyBegtxjJlqY=" providerId="None" clId="Web-{24C34118-40AE-447E-AAAE-D1D18972031A}" dt="2024-10-29T19:03:13.992" v="174"/>
          <ac:picMkLst>
            <pc:docMk/>
            <pc:sldMk cId="3446434520" sldId="260"/>
            <ac:picMk id="4" creationId="{E2F2DD8E-53A6-ABF1-07C7-FF380F079A12}"/>
          </ac:picMkLst>
        </pc:picChg>
        <pc:picChg chg="add del mod">
          <ac:chgData name="Hector Triana Lopez" userId="lNhGNRoEKTjvpZNftWYK8DHNXS2CM1UtyBegtxjJlqY=" providerId="None" clId="Web-{24C34118-40AE-447E-AAAE-D1D18972031A}" dt="2024-10-29T19:04:26.324" v="180"/>
          <ac:picMkLst>
            <pc:docMk/>
            <pc:sldMk cId="3446434520" sldId="260"/>
            <ac:picMk id="8" creationId="{8CCAF7A6-979C-7599-39CA-C368D19D8BD2}"/>
          </ac:picMkLst>
        </pc:picChg>
        <pc:picChg chg="add mod">
          <ac:chgData name="Hector Triana Lopez" userId="lNhGNRoEKTjvpZNftWYK8DHNXS2CM1UtyBegtxjJlqY=" providerId="None" clId="Web-{24C34118-40AE-447E-AAAE-D1D18972031A}" dt="2024-10-29T19:12:34.763" v="272" actId="1076"/>
          <ac:picMkLst>
            <pc:docMk/>
            <pc:sldMk cId="3446434520" sldId="260"/>
            <ac:picMk id="9" creationId="{28B879FD-86D0-E5FB-EDAC-8F3450050F7E}"/>
          </ac:picMkLst>
        </pc:picChg>
      </pc:sldChg>
      <pc:sldChg chg="addSp delSp modSp">
        <pc:chgData name="Hector Triana Lopez" userId="lNhGNRoEKTjvpZNftWYK8DHNXS2CM1UtyBegtxjJlqY=" providerId="None" clId="Web-{24C34118-40AE-447E-AAAE-D1D18972031A}" dt="2024-10-29T19:19:27.541" v="320" actId="1076"/>
        <pc:sldMkLst>
          <pc:docMk/>
          <pc:sldMk cId="2448954374" sldId="261"/>
        </pc:sldMkLst>
        <pc:spChg chg="mod">
          <ac:chgData name="Hector Triana Lopez" userId="lNhGNRoEKTjvpZNftWYK8DHNXS2CM1UtyBegtxjJlqY=" providerId="None" clId="Web-{24C34118-40AE-447E-AAAE-D1D18972031A}" dt="2024-10-29T19:19:20.962" v="316" actId="1076"/>
          <ac:spMkLst>
            <pc:docMk/>
            <pc:sldMk cId="2448954374" sldId="261"/>
            <ac:spMk id="2" creationId="{C2DF9E11-F798-ACD3-2E76-1259C1D5911C}"/>
          </ac:spMkLst>
        </pc:spChg>
        <pc:spChg chg="del">
          <ac:chgData name="Hector Triana Lopez" userId="lNhGNRoEKTjvpZNftWYK8DHNXS2CM1UtyBegtxjJlqY=" providerId="None" clId="Web-{24C34118-40AE-447E-AAAE-D1D18972031A}" dt="2024-10-29T19:16:53.765" v="286"/>
          <ac:spMkLst>
            <pc:docMk/>
            <pc:sldMk cId="2448954374" sldId="261"/>
            <ac:spMk id="3" creationId="{204244AB-2BB5-6F2A-6309-6D4017E91914}"/>
          </ac:spMkLst>
        </pc:spChg>
        <pc:spChg chg="add mod">
          <ac:chgData name="Hector Triana Lopez" userId="lNhGNRoEKTjvpZNftWYK8DHNXS2CM1UtyBegtxjJlqY=" providerId="None" clId="Web-{24C34118-40AE-447E-AAAE-D1D18972031A}" dt="2024-10-29T19:19:09.352" v="312" actId="1076"/>
          <ac:spMkLst>
            <pc:docMk/>
            <pc:sldMk cId="2448954374" sldId="261"/>
            <ac:spMk id="8" creationId="{865AC648-4718-E91C-2EE7-C7AFBA343F2E}"/>
          </ac:spMkLst>
        </pc:spChg>
        <pc:picChg chg="del">
          <ac:chgData name="Hector Triana Lopez" userId="lNhGNRoEKTjvpZNftWYK8DHNXS2CM1UtyBegtxjJlqY=" providerId="None" clId="Web-{24C34118-40AE-447E-AAAE-D1D18972031A}" dt="2024-10-29T19:16:52.515" v="285"/>
          <ac:picMkLst>
            <pc:docMk/>
            <pc:sldMk cId="2448954374" sldId="261"/>
            <ac:picMk id="4" creationId="{122AB780-F627-AB1E-441F-1A7840589BBC}"/>
          </ac:picMkLst>
        </pc:picChg>
        <pc:picChg chg="del">
          <ac:chgData name="Hector Triana Lopez" userId="lNhGNRoEKTjvpZNftWYK8DHNXS2CM1UtyBegtxjJlqY=" providerId="None" clId="Web-{24C34118-40AE-447E-AAAE-D1D18972031A}" dt="2024-10-29T19:16:54.874" v="287"/>
          <ac:picMkLst>
            <pc:docMk/>
            <pc:sldMk cId="2448954374" sldId="261"/>
            <ac:picMk id="5" creationId="{7FF10CD5-D47B-0E67-C23C-225F5080B938}"/>
          </ac:picMkLst>
        </pc:picChg>
        <pc:picChg chg="del">
          <ac:chgData name="Hector Triana Lopez" userId="lNhGNRoEKTjvpZNftWYK8DHNXS2CM1UtyBegtxjJlqY=" providerId="None" clId="Web-{24C34118-40AE-447E-AAAE-D1D18972031A}" dt="2024-10-29T19:16:51.859" v="284"/>
          <ac:picMkLst>
            <pc:docMk/>
            <pc:sldMk cId="2448954374" sldId="261"/>
            <ac:picMk id="6" creationId="{A75BE47E-410F-0C64-D663-6DF607657B02}"/>
          </ac:picMkLst>
        </pc:picChg>
        <pc:picChg chg="add mod">
          <ac:chgData name="Hector Triana Lopez" userId="lNhGNRoEKTjvpZNftWYK8DHNXS2CM1UtyBegtxjJlqY=" providerId="None" clId="Web-{24C34118-40AE-447E-AAAE-D1D18972031A}" dt="2024-10-29T19:19:27.541" v="320" actId="1076"/>
          <ac:picMkLst>
            <pc:docMk/>
            <pc:sldMk cId="2448954374" sldId="261"/>
            <ac:picMk id="9" creationId="{51C982CB-2C1A-0CB5-71F7-EC24F14D7541}"/>
          </ac:picMkLst>
        </pc:picChg>
      </pc:sldChg>
      <pc:sldChg chg="modSp">
        <pc:chgData name="Hector Triana Lopez" userId="lNhGNRoEKTjvpZNftWYK8DHNXS2CM1UtyBegtxjJlqY=" providerId="None" clId="Web-{24C34118-40AE-447E-AAAE-D1D18972031A}" dt="2024-10-29T19:21:35.159" v="390" actId="20577"/>
        <pc:sldMkLst>
          <pc:docMk/>
          <pc:sldMk cId="303365160" sldId="262"/>
        </pc:sldMkLst>
        <pc:spChg chg="mod">
          <ac:chgData name="Hector Triana Lopez" userId="lNhGNRoEKTjvpZNftWYK8DHNXS2CM1UtyBegtxjJlqY=" providerId="None" clId="Web-{24C34118-40AE-447E-AAAE-D1D18972031A}" dt="2024-10-29T19:19:42.979" v="322" actId="20577"/>
          <ac:spMkLst>
            <pc:docMk/>
            <pc:sldMk cId="303365160" sldId="262"/>
            <ac:spMk id="2" creationId="{7F6CEE9E-CA3F-07DE-7992-5C5404490F37}"/>
          </ac:spMkLst>
        </pc:spChg>
        <pc:spChg chg="mod">
          <ac:chgData name="Hector Triana Lopez" userId="lNhGNRoEKTjvpZNftWYK8DHNXS2CM1UtyBegtxjJlqY=" providerId="None" clId="Web-{24C34118-40AE-447E-AAAE-D1D18972031A}" dt="2024-10-29T19:21:35.159" v="390" actId="20577"/>
          <ac:spMkLst>
            <pc:docMk/>
            <pc:sldMk cId="303365160" sldId="262"/>
            <ac:spMk id="3" creationId="{15A950E1-B4D4-A06B-19A4-15B9FFB5788A}"/>
          </ac:spMkLst>
        </pc:spChg>
      </pc:sldChg>
      <pc:sldChg chg="modSp">
        <pc:chgData name="Hector Triana Lopez" userId="lNhGNRoEKTjvpZNftWYK8DHNXS2CM1UtyBegtxjJlqY=" providerId="None" clId="Web-{24C34118-40AE-447E-AAAE-D1D18972031A}" dt="2024-10-29T19:23:16.712" v="449" actId="20577"/>
        <pc:sldMkLst>
          <pc:docMk/>
          <pc:sldMk cId="3541783162" sldId="263"/>
        </pc:sldMkLst>
        <pc:spChg chg="mod">
          <ac:chgData name="Hector Triana Lopez" userId="lNhGNRoEKTjvpZNftWYK8DHNXS2CM1UtyBegtxjJlqY=" providerId="None" clId="Web-{24C34118-40AE-447E-AAAE-D1D18972031A}" dt="2024-10-29T19:23:16.712" v="449" actId="20577"/>
          <ac:spMkLst>
            <pc:docMk/>
            <pc:sldMk cId="3541783162" sldId="263"/>
            <ac:spMk id="3" creationId="{EBFE712D-CCDA-BD08-A769-2C8823E4C25E}"/>
          </ac:spMkLst>
        </pc:spChg>
      </pc:sldChg>
      <pc:sldChg chg="del">
        <pc:chgData name="Hector Triana Lopez" userId="lNhGNRoEKTjvpZNftWYK8DHNXS2CM1UtyBegtxjJlqY=" providerId="None" clId="Web-{24C34118-40AE-447E-AAAE-D1D18972031A}" dt="2024-10-29T19:16:39.764" v="276"/>
        <pc:sldMkLst>
          <pc:docMk/>
          <pc:sldMk cId="4100784356" sldId="265"/>
        </pc:sldMkLst>
      </pc:sldChg>
      <pc:sldChg chg="del">
        <pc:chgData name="Hector Triana Lopez" userId="lNhGNRoEKTjvpZNftWYK8DHNXS2CM1UtyBegtxjJlqY=" providerId="None" clId="Web-{24C34118-40AE-447E-AAAE-D1D18972031A}" dt="2024-10-29T19:13:15.141" v="275"/>
        <pc:sldMkLst>
          <pc:docMk/>
          <pc:sldMk cId="2285102958" sldId="266"/>
        </pc:sldMkLst>
      </pc:sldChg>
      <pc:sldChg chg="addSp delSp modSp add replId">
        <pc:chgData name="Hector Triana Lopez" userId="lNhGNRoEKTjvpZNftWYK8DHNXS2CM1UtyBegtxjJlqY=" providerId="None" clId="Web-{24C34118-40AE-447E-AAAE-D1D18972031A}" dt="2024-10-29T18:53:47.047" v="94" actId="20577"/>
        <pc:sldMkLst>
          <pc:docMk/>
          <pc:sldMk cId="1313455595" sldId="267"/>
        </pc:sldMkLst>
        <pc:spChg chg="mod">
          <ac:chgData name="Hector Triana Lopez" userId="lNhGNRoEKTjvpZNftWYK8DHNXS2CM1UtyBegtxjJlqY=" providerId="None" clId="Web-{24C34118-40AE-447E-AAAE-D1D18972031A}" dt="2024-10-29T18:53:10.623" v="84" actId="1076"/>
          <ac:spMkLst>
            <pc:docMk/>
            <pc:sldMk cId="1313455595" sldId="267"/>
            <ac:spMk id="4" creationId="{23BD9D59-B0B6-F06D-D922-AAA3AA001612}"/>
          </ac:spMkLst>
        </pc:spChg>
        <pc:spChg chg="mod">
          <ac:chgData name="Hector Triana Lopez" userId="lNhGNRoEKTjvpZNftWYK8DHNXS2CM1UtyBegtxjJlqY=" providerId="None" clId="Web-{24C34118-40AE-447E-AAAE-D1D18972031A}" dt="2024-10-29T18:53:47.047" v="94" actId="20577"/>
          <ac:spMkLst>
            <pc:docMk/>
            <pc:sldMk cId="1313455595" sldId="267"/>
            <ac:spMk id="5" creationId="{A47A22CD-F09D-AE5F-9D39-CFCC3F8EFC9B}"/>
          </ac:spMkLst>
        </pc:spChg>
        <pc:picChg chg="del">
          <ac:chgData name="Hector Triana Lopez" userId="lNhGNRoEKTjvpZNftWYK8DHNXS2CM1UtyBegtxjJlqY=" providerId="None" clId="Web-{24C34118-40AE-447E-AAAE-D1D18972031A}" dt="2024-10-29T18:46:36.769" v="46"/>
          <ac:picMkLst>
            <pc:docMk/>
            <pc:sldMk cId="1313455595" sldId="267"/>
            <ac:picMk id="2" creationId="{A8543640-A71E-A067-C90F-C906446E819D}"/>
          </ac:picMkLst>
        </pc:picChg>
        <pc:picChg chg="add mod">
          <ac:chgData name="Hector Triana Lopez" userId="lNhGNRoEKTjvpZNftWYK8DHNXS2CM1UtyBegtxjJlqY=" providerId="None" clId="Web-{24C34118-40AE-447E-AAAE-D1D18972031A}" dt="2024-10-29T18:53:31.687" v="93" actId="1076"/>
          <ac:picMkLst>
            <pc:docMk/>
            <pc:sldMk cId="1313455595" sldId="267"/>
            <ac:picMk id="3" creationId="{9040EFC9-568D-38E9-BCB0-9F870F476A1C}"/>
          </ac:picMkLst>
        </pc:picChg>
      </pc:sldChg>
      <pc:sldChg chg="addSp delSp modSp add replId">
        <pc:chgData name="Hector Triana Lopez" userId="lNhGNRoEKTjvpZNftWYK8DHNXS2CM1UtyBegtxjJlqY=" providerId="None" clId="Web-{24C34118-40AE-447E-AAAE-D1D18972031A}" dt="2024-10-29T18:57:17.718" v="121" actId="1076"/>
        <pc:sldMkLst>
          <pc:docMk/>
          <pc:sldMk cId="1230888154" sldId="268"/>
        </pc:sldMkLst>
        <pc:spChg chg="mod">
          <ac:chgData name="Hector Triana Lopez" userId="lNhGNRoEKTjvpZNftWYK8DHNXS2CM1UtyBegtxjJlqY=" providerId="None" clId="Web-{24C34118-40AE-447E-AAAE-D1D18972031A}" dt="2024-10-29T18:56:28.261" v="97" actId="20577"/>
          <ac:spMkLst>
            <pc:docMk/>
            <pc:sldMk cId="1230888154" sldId="268"/>
            <ac:spMk id="4" creationId="{23BD9D59-B0B6-F06D-D922-AAA3AA001612}"/>
          </ac:spMkLst>
        </pc:spChg>
        <pc:spChg chg="mod">
          <ac:chgData name="Hector Triana Lopez" userId="lNhGNRoEKTjvpZNftWYK8DHNXS2CM1UtyBegtxjJlqY=" providerId="None" clId="Web-{24C34118-40AE-447E-AAAE-D1D18972031A}" dt="2024-10-29T18:56:43.106" v="114" actId="20577"/>
          <ac:spMkLst>
            <pc:docMk/>
            <pc:sldMk cId="1230888154" sldId="268"/>
            <ac:spMk id="5" creationId="{A47A22CD-F09D-AE5F-9D39-CFCC3F8EFC9B}"/>
          </ac:spMkLst>
        </pc:spChg>
        <pc:picChg chg="add mod">
          <ac:chgData name="Hector Triana Lopez" userId="lNhGNRoEKTjvpZNftWYK8DHNXS2CM1UtyBegtxjJlqY=" providerId="None" clId="Web-{24C34118-40AE-447E-AAAE-D1D18972031A}" dt="2024-10-29T18:57:17.718" v="121" actId="1076"/>
          <ac:picMkLst>
            <pc:docMk/>
            <pc:sldMk cId="1230888154" sldId="268"/>
            <ac:picMk id="2" creationId="{AAD9B0CB-BABB-5F4B-0559-8E8F7A183A98}"/>
          </ac:picMkLst>
        </pc:picChg>
        <pc:picChg chg="del">
          <ac:chgData name="Hector Triana Lopez" userId="lNhGNRoEKTjvpZNftWYK8DHNXS2CM1UtyBegtxjJlqY=" providerId="None" clId="Web-{24C34118-40AE-447E-AAAE-D1D18972031A}" dt="2024-10-29T18:56:46.013" v="115"/>
          <ac:picMkLst>
            <pc:docMk/>
            <pc:sldMk cId="1230888154" sldId="268"/>
            <ac:picMk id="3" creationId="{9040EFC9-568D-38E9-BCB0-9F870F476A1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5368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58983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42231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44647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340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1457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2601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100366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7310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4548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063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4397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88285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63591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294588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484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11/21/2024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74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zapier.com/blog/claude-api/" TargetMode="External"/><Relationship Id="rId3" Type="http://schemas.openxmlformats.org/officeDocument/2006/relationships/hyperlink" Target="https://www.ionio.ai/blog/what-is-llm-agent-ultimate-guide-to-llm-agent-with-technical-breakdown" TargetMode="External"/><Relationship Id="rId7" Type="http://schemas.openxmlformats.org/officeDocument/2006/relationships/hyperlink" Target="https://platform.openai.com/docs/overview" TargetMode="External"/><Relationship Id="rId2" Type="http://schemas.openxmlformats.org/officeDocument/2006/relationships/hyperlink" Target="https://medium.com/@aydinKerem/what-is-an-llm-agent-and-how-does-it-work-1d4d9e4381ca" TargetMode="External"/><Relationship Id="rId1" Type="http://schemas.openxmlformats.org/officeDocument/2006/relationships/slideLayout" Target="../slideLayouts/slideLayout7.xml"/><Relationship Id="rId6" Type="http://schemas.openxmlformats.org/officeDocument/2006/relationships/hyperlink" Target="https://www.linkedin.com/pulse/agent-ai-new-era-intelligent-app-development-tarun-sharma-laffc/" TargetMode="External"/><Relationship Id="rId5" Type="http://schemas.openxmlformats.org/officeDocument/2006/relationships/hyperlink" Target="https://www.brainvire.com/blog/understanding-ai-agents-features-applications-and-deployment/" TargetMode="External"/><Relationship Id="rId4" Type="http://schemas.openxmlformats.org/officeDocument/2006/relationships/hyperlink" Target="https://stablecog.com/blog/what-is-an-ai-agent" TargetMode="External"/><Relationship Id="rId9" Type="http://schemas.openxmlformats.org/officeDocument/2006/relationships/hyperlink" Target="https://docs.anthropic.com/en/api/getting-started"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E7736100-1C19-0470-B7C9-75FF9FCF02A0}"/>
              </a:ext>
            </a:extLst>
          </p:cNvPr>
          <p:cNvPicPr>
            <a:picLocks noChangeAspect="1"/>
          </p:cNvPicPr>
          <p:nvPr/>
        </p:nvPicPr>
        <p:blipFill>
          <a:blip r:embed="rId2"/>
          <a:stretch>
            <a:fillRect/>
          </a:stretch>
        </p:blipFill>
        <p:spPr>
          <a:xfrm>
            <a:off x="4074846" y="0"/>
            <a:ext cx="8115300" cy="6858000"/>
          </a:xfrm>
          <a:prstGeom prst="rect">
            <a:avLst/>
          </a:prstGeom>
        </p:spPr>
      </p:pic>
      <p:sp>
        <p:nvSpPr>
          <p:cNvPr id="5" name="Title 11">
            <a:extLst>
              <a:ext uri="{FF2B5EF4-FFF2-40B4-BE49-F238E27FC236}">
                <a16:creationId xmlns:a16="http://schemas.microsoft.com/office/drawing/2014/main" id="{524E7710-9BBE-3049-927A-5CB8DFA4FBE4}"/>
              </a:ext>
            </a:extLst>
          </p:cNvPr>
          <p:cNvSpPr>
            <a:spLocks noGrp="1"/>
          </p:cNvSpPr>
          <p:nvPr/>
        </p:nvSpPr>
        <p:spPr>
          <a:xfrm>
            <a:off x="440710" y="3688717"/>
            <a:ext cx="4268372" cy="2869558"/>
          </a:xfrm>
          <a:prstGeom prst="rect">
            <a:avLst/>
          </a:prstGeom>
        </p:spPr>
        <p:txBody>
          <a:bodyPr vert="horz" lIns="0" tIns="0" rIns="0" bIns="0" rtlCol="0" anchor="t">
            <a:noAutofit/>
          </a:bodyPr>
          <a:lstStyle>
            <a:lvl1pPr marL="0" indent="0" algn="l" defTabSz="914400" rtl="0" eaLnBrk="1" latinLnBrk="0" hangingPunct="1">
              <a:lnSpc>
                <a:spcPct val="90000"/>
              </a:lnSpc>
              <a:spcBef>
                <a:spcPct val="0"/>
              </a:spcBef>
              <a:buNone/>
              <a:defRPr sz="3600" b="1" i="0" kern="1200">
                <a:solidFill>
                  <a:schemeClr val="tx1"/>
                </a:solidFill>
                <a:latin typeface="Arial Black" panose="020B0604020202020204" pitchFamily="34" charset="0"/>
                <a:ea typeface="+mj-ea"/>
                <a:cs typeface="Arial Black" panose="020B0604020202020204" pitchFamily="34" charset="0"/>
              </a:defRPr>
            </a:lvl1pPr>
          </a:lstStyle>
          <a:p>
            <a:r>
              <a:rPr lang="es-419" b="0" dirty="0">
                <a:latin typeface="Arial Black"/>
              </a:rPr>
              <a:t>AI </a:t>
            </a:r>
            <a:r>
              <a:rPr lang="es-419" b="0" dirty="0" err="1">
                <a:latin typeface="Arial Black"/>
              </a:rPr>
              <a:t>Agents</a:t>
            </a:r>
            <a:r>
              <a:rPr lang="es-419" b="0" dirty="0">
                <a:latin typeface="Arial Black"/>
              </a:rPr>
              <a:t> &amp;</a:t>
            </a:r>
            <a:endParaRPr lang="es-419" b="0" dirty="0"/>
          </a:p>
          <a:p>
            <a:r>
              <a:rPr lang="es-419" b="0" dirty="0" err="1">
                <a:latin typeface="Arial Black"/>
              </a:rPr>
              <a:t>Integrations</a:t>
            </a:r>
            <a:endParaRPr lang="es-419" b="0" dirty="0" err="1"/>
          </a:p>
          <a:p>
            <a:endParaRPr lang="es-419" sz="1800" dirty="0">
              <a:latin typeface="Arial Black"/>
            </a:endParaRPr>
          </a:p>
          <a:p>
            <a:endParaRPr lang="es-419" sz="1800" dirty="0">
              <a:latin typeface="Arial Black"/>
            </a:endParaRPr>
          </a:p>
          <a:p>
            <a:endParaRPr lang="es-419" sz="1800" b="0" dirty="0">
              <a:latin typeface="Calibri"/>
            </a:endParaRPr>
          </a:p>
          <a:p>
            <a:r>
              <a:rPr lang="es-419" sz="1800" b="0" err="1">
                <a:latin typeface="Calibri"/>
              </a:rPr>
              <a:t>Hector</a:t>
            </a:r>
            <a:r>
              <a:rPr lang="es-419" sz="1800" b="0" dirty="0">
                <a:latin typeface="Calibri"/>
              </a:rPr>
              <a:t> Triana</a:t>
            </a:r>
          </a:p>
          <a:p>
            <a:endParaRPr lang="es-419"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586309" y="0"/>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b="0" dirty="0" err="1">
                <a:solidFill>
                  <a:schemeClr val="tx1"/>
                </a:solidFill>
                <a:latin typeface="Arial Black"/>
              </a:rPr>
              <a:t>What</a:t>
            </a:r>
            <a:r>
              <a:rPr lang="es-419" b="0" dirty="0">
                <a:solidFill>
                  <a:schemeClr val="tx1"/>
                </a:solidFill>
                <a:latin typeface="Arial Black"/>
              </a:rPr>
              <a:t> </a:t>
            </a:r>
            <a:r>
              <a:rPr lang="es-419" b="0" dirty="0" err="1">
                <a:solidFill>
                  <a:schemeClr val="tx1"/>
                </a:solidFill>
                <a:latin typeface="Arial Black"/>
              </a:rPr>
              <a:t>is</a:t>
            </a:r>
            <a:r>
              <a:rPr lang="es-419" b="0" dirty="0">
                <a:solidFill>
                  <a:schemeClr val="tx1"/>
                </a:solidFill>
                <a:latin typeface="Arial Black"/>
              </a:rPr>
              <a:t> </a:t>
            </a:r>
            <a:r>
              <a:rPr lang="es-419" b="0" dirty="0" err="1">
                <a:solidFill>
                  <a:schemeClr val="tx1"/>
                </a:solidFill>
                <a:latin typeface="Arial Black"/>
              </a:rPr>
              <a:t>an</a:t>
            </a:r>
            <a:r>
              <a:rPr lang="es-419" b="0" dirty="0">
                <a:solidFill>
                  <a:schemeClr val="tx1"/>
                </a:solidFill>
                <a:latin typeface="Arial Black"/>
              </a:rPr>
              <a:t> AI </a:t>
            </a:r>
            <a:r>
              <a:rPr lang="es-419" b="0" dirty="0" err="1">
                <a:solidFill>
                  <a:schemeClr val="tx1"/>
                </a:solidFill>
                <a:latin typeface="Arial Black"/>
              </a:rPr>
              <a:t>Agent</a:t>
            </a:r>
            <a:r>
              <a:rPr lang="es-419" b="0" dirty="0">
                <a:solidFill>
                  <a:schemeClr val="tx1"/>
                </a:solidFill>
                <a:latin typeface="Arial Black"/>
              </a:rPr>
              <a:t>?</a:t>
            </a:r>
            <a:endParaRPr lang="en-US" dirty="0">
              <a:solidFill>
                <a:schemeClr val="tx1"/>
              </a:solidFill>
            </a:endParaRPr>
          </a:p>
        </p:txBody>
      </p:sp>
      <p:sp>
        <p:nvSpPr>
          <p:cNvPr id="5" name="TextBox 4">
            <a:extLst>
              <a:ext uri="{FF2B5EF4-FFF2-40B4-BE49-F238E27FC236}">
                <a16:creationId xmlns:a16="http://schemas.microsoft.com/office/drawing/2014/main" id="{A47A22CD-F09D-AE5F-9D39-CFCC3F8EFC9B}"/>
              </a:ext>
            </a:extLst>
          </p:cNvPr>
          <p:cNvSpPr txBox="1"/>
          <p:nvPr/>
        </p:nvSpPr>
        <p:spPr>
          <a:xfrm>
            <a:off x="1306104" y="3828375"/>
            <a:ext cx="883810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An AI or LLM agent is a software entity that autonomously performs tasks based on input, environmental factors, and predefined goals. These agents leverage AI models and can act, respond, learn, and adapt over time. </a:t>
            </a:r>
            <a:r>
              <a:rPr lang="en-US" dirty="0">
                <a:latin typeface="Trebuchet MS"/>
                <a:ea typeface="Noto Sans"/>
                <a:cs typeface="Noto Sans"/>
              </a:rPr>
              <a:t>This type of AI system that goes beyond simple text production. It uses a large language model (LLM) as its central computational engine, allowing it to carry on conversations, do tasks, reason, and display a degree of autonomy.</a:t>
            </a:r>
            <a:endParaRPr lang="en-US" dirty="0">
              <a:latin typeface="Trebuchet MS"/>
            </a:endParaRPr>
          </a:p>
          <a:p>
            <a:pPr algn="just"/>
            <a:r>
              <a:rPr lang="en-US">
                <a:latin typeface="Trebuchet MS"/>
                <a:ea typeface="Noto Sans"/>
                <a:cs typeface="Noto Sans"/>
              </a:rPr>
              <a:t>Carefully crafted prompts that encode identities, instructions, authorization, and context guide LLM agents and shape their replies and activities.</a:t>
            </a:r>
            <a:endParaRPr lang="en-US">
              <a:latin typeface="Trebuchet MS"/>
            </a:endParaRPr>
          </a:p>
          <a:p>
            <a:pPr algn="just"/>
            <a:endParaRPr lang="en-US" dirty="0">
              <a:ea typeface="+mn-lt"/>
              <a:cs typeface="+mn-lt"/>
            </a:endParaRPr>
          </a:p>
          <a:p>
            <a:pPr algn="just"/>
            <a:endParaRPr lang="en-US" dirty="0">
              <a:ea typeface="+mn-lt"/>
              <a:cs typeface="+mn-lt"/>
            </a:endParaRPr>
          </a:p>
          <a:p>
            <a:pPr algn="just"/>
            <a:endParaRPr lang="en-US" dirty="0">
              <a:ea typeface="+mn-lt"/>
              <a:cs typeface="+mn-lt"/>
            </a:endParaRPr>
          </a:p>
          <a:p>
            <a:pPr algn="just"/>
            <a:endParaRPr lang="en-US" dirty="0">
              <a:ea typeface="+mn-lt"/>
              <a:cs typeface="+mn-lt"/>
            </a:endParaRPr>
          </a:p>
        </p:txBody>
      </p:sp>
      <p:pic>
        <p:nvPicPr>
          <p:cNvPr id="2" name="Picture 1" descr="A diagram of a agent&#10;&#10;Description automatically generated">
            <a:extLst>
              <a:ext uri="{FF2B5EF4-FFF2-40B4-BE49-F238E27FC236}">
                <a16:creationId xmlns:a16="http://schemas.microsoft.com/office/drawing/2014/main" id="{96B17D8F-724E-650D-1653-5EB775004126}"/>
              </a:ext>
            </a:extLst>
          </p:cNvPr>
          <p:cNvPicPr>
            <a:picLocks noChangeAspect="1"/>
          </p:cNvPicPr>
          <p:nvPr/>
        </p:nvPicPr>
        <p:blipFill>
          <a:blip r:embed="rId2"/>
          <a:stretch>
            <a:fillRect/>
          </a:stretch>
        </p:blipFill>
        <p:spPr>
          <a:xfrm>
            <a:off x="723900" y="1114425"/>
            <a:ext cx="5353050" cy="2295525"/>
          </a:xfrm>
          <a:prstGeom prst="rect">
            <a:avLst/>
          </a:prstGeom>
        </p:spPr>
      </p:pic>
      <p:pic>
        <p:nvPicPr>
          <p:cNvPr id="8" name="Picture 7" descr="A person looking at a robot on a computer screen&#10;&#10;Description automatically generated">
            <a:extLst>
              <a:ext uri="{FF2B5EF4-FFF2-40B4-BE49-F238E27FC236}">
                <a16:creationId xmlns:a16="http://schemas.microsoft.com/office/drawing/2014/main" id="{7B844A98-5B55-5CF5-9D34-3F54D819F7B4}"/>
              </a:ext>
            </a:extLst>
          </p:cNvPr>
          <p:cNvPicPr>
            <a:picLocks noChangeAspect="1"/>
          </p:cNvPicPr>
          <p:nvPr/>
        </p:nvPicPr>
        <p:blipFill>
          <a:blip r:embed="rId3"/>
          <a:stretch>
            <a:fillRect/>
          </a:stretch>
        </p:blipFill>
        <p:spPr>
          <a:xfrm>
            <a:off x="6777038" y="1114425"/>
            <a:ext cx="4352925" cy="2295525"/>
          </a:xfrm>
          <a:prstGeom prst="rect">
            <a:avLst/>
          </a:prstGeom>
        </p:spPr>
      </p:pic>
    </p:spTree>
    <p:extLst>
      <p:ext uri="{BB962C8B-B14F-4D97-AF65-F5344CB8AC3E}">
        <p14:creationId xmlns:p14="http://schemas.microsoft.com/office/powerpoint/2010/main" val="20541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dirty="0" err="1">
                <a:solidFill>
                  <a:schemeClr val="tx1"/>
                </a:solidFill>
                <a:latin typeface="Arial Black"/>
              </a:rPr>
              <a:t>How</a:t>
            </a:r>
            <a:r>
              <a:rPr lang="es-419" dirty="0">
                <a:solidFill>
                  <a:schemeClr val="tx1"/>
                </a:solidFill>
                <a:latin typeface="Arial Black"/>
              </a:rPr>
              <a:t> AI </a:t>
            </a:r>
            <a:r>
              <a:rPr lang="es-419" dirty="0" err="1">
                <a:solidFill>
                  <a:schemeClr val="tx1"/>
                </a:solidFill>
                <a:latin typeface="Arial Black"/>
              </a:rPr>
              <a:t>Agents</a:t>
            </a:r>
            <a:r>
              <a:rPr lang="es-419" dirty="0">
                <a:solidFill>
                  <a:schemeClr val="tx1"/>
                </a:solidFill>
                <a:latin typeface="Arial Black"/>
              </a:rPr>
              <a:t> </a:t>
            </a:r>
            <a:r>
              <a:rPr lang="es-419" dirty="0" err="1">
                <a:solidFill>
                  <a:schemeClr val="tx1"/>
                </a:solidFill>
                <a:latin typeface="Arial Black"/>
              </a:rPr>
              <a:t>Work</a:t>
            </a:r>
            <a:endParaRPr lang="en-US" dirty="0" err="1">
              <a:solidFill>
                <a:schemeClr val="tx1"/>
              </a:solidFill>
            </a:endParaRPr>
          </a:p>
        </p:txBody>
      </p:sp>
      <p:sp>
        <p:nvSpPr>
          <p:cNvPr id="6" name="TextBox 5">
            <a:extLst>
              <a:ext uri="{FF2B5EF4-FFF2-40B4-BE49-F238E27FC236}">
                <a16:creationId xmlns:a16="http://schemas.microsoft.com/office/drawing/2014/main" id="{FF7918D4-690F-F126-3A19-D9C597BA1EE7}"/>
              </a:ext>
            </a:extLst>
          </p:cNvPr>
          <p:cNvSpPr txBox="1"/>
          <p:nvPr/>
        </p:nvSpPr>
        <p:spPr>
          <a:xfrm>
            <a:off x="115132" y="830432"/>
            <a:ext cx="6678412" cy="62324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1. Goal Setting</a:t>
            </a:r>
            <a:endParaRPr lang="en-US" dirty="0"/>
          </a:p>
          <a:p>
            <a:r>
              <a:rPr lang="en-US" sz="1500" dirty="0">
                <a:ea typeface="+mn-lt"/>
                <a:cs typeface="+mn-lt"/>
              </a:rPr>
              <a:t>The user feeds the desired objective to the AI agent. These are the instructions the AI will use to complete its mission.</a:t>
            </a:r>
            <a:endParaRPr lang="en-US" dirty="0">
              <a:ea typeface="+mn-lt"/>
              <a:cs typeface="+mn-lt"/>
            </a:endParaRPr>
          </a:p>
          <a:p>
            <a:r>
              <a:rPr lang="en-US" b="1" dirty="0"/>
              <a:t>2. Task Planning</a:t>
            </a:r>
            <a:endParaRPr lang="en-US" dirty="0"/>
          </a:p>
          <a:p>
            <a:r>
              <a:rPr lang="en-US" sz="1500" dirty="0">
                <a:ea typeface="+mn-lt"/>
                <a:cs typeface="+mn-lt"/>
              </a:rPr>
              <a:t>The AI Agent interprets the user’s needs and gets to work processing the request. Based on the goal the AI agent creates a list of tasks that need to be completed. It also determines the sequence in which these tasks should be executed to efficiently achieve the goal.</a:t>
            </a:r>
            <a:endParaRPr lang="en-US" dirty="0"/>
          </a:p>
          <a:p>
            <a:r>
              <a:rPr lang="en-US" sz="1500" dirty="0">
                <a:ea typeface="+mn-lt"/>
                <a:cs typeface="+mn-lt"/>
              </a:rPr>
              <a:t>This is the basic framework the AI uses as it moves onto step 3 of the process.</a:t>
            </a:r>
            <a:endParaRPr lang="en-US" dirty="0"/>
          </a:p>
          <a:p>
            <a:r>
              <a:rPr lang="en-US" b="1" dirty="0"/>
              <a:t>3. Execution</a:t>
            </a:r>
            <a:endParaRPr lang="en-US" dirty="0"/>
          </a:p>
          <a:p>
            <a:r>
              <a:rPr lang="en-US" sz="1500" dirty="0">
                <a:ea typeface="+mn-lt"/>
                <a:cs typeface="+mn-lt"/>
              </a:rPr>
              <a:t>This is the step that sets AI Agents apart from regular Chatbots. With the list of tasks planned out, the AI agent sources data from the internet, exactly how you or I would.</a:t>
            </a:r>
            <a:endParaRPr lang="en-US" dirty="0">
              <a:ea typeface="+mn-lt"/>
              <a:cs typeface="+mn-lt"/>
            </a:endParaRPr>
          </a:p>
          <a:p>
            <a:r>
              <a:rPr lang="en-US" sz="1500" dirty="0">
                <a:ea typeface="+mn-lt"/>
                <a:cs typeface="+mn-lt"/>
              </a:rPr>
              <a:t>It will find and compare information to determine the best outcome, iterating the original task list as more information becomes available. The AI Agent can add extra goals, modify existing goals, or mark goals as complete.</a:t>
            </a:r>
            <a:endParaRPr lang="en-US" dirty="0">
              <a:ea typeface="+mn-lt"/>
              <a:cs typeface="+mn-lt"/>
            </a:endParaRPr>
          </a:p>
          <a:p>
            <a:r>
              <a:rPr lang="en-US" sz="1500" dirty="0">
                <a:ea typeface="+mn-lt"/>
                <a:cs typeface="+mn-lt"/>
              </a:rPr>
              <a:t>Once all tasks are complete and the objective is fulfilled, the AI agent’s workflow concludes. At this point, it has successfully achieved what it set out to accomplish, and the user can review the output.</a:t>
            </a:r>
            <a:endParaRPr lang="en-US" dirty="0">
              <a:ea typeface="+mn-lt"/>
              <a:cs typeface="+mn-lt"/>
            </a:endParaRPr>
          </a:p>
          <a:p>
            <a:r>
              <a:rPr lang="en-US" sz="1500" dirty="0">
                <a:ea typeface="+mn-lt"/>
                <a:cs typeface="+mn-lt"/>
              </a:rPr>
              <a:t>Alt text: A diagram with icons showing the user, the LLM, a list for task planning, and a cloud representing execution. Each icon is connected by an arrow. There is an iteration arrow between the execution and task planning.</a:t>
            </a:r>
            <a:endParaRPr lang="en-US" dirty="0"/>
          </a:p>
          <a:p>
            <a:pPr marL="285750" indent="-285750">
              <a:buFont typeface="Arial"/>
              <a:buChar char="•"/>
            </a:pPr>
            <a:endParaRPr lang="en-US" sz="1500" dirty="0"/>
          </a:p>
        </p:txBody>
      </p:sp>
      <p:pic>
        <p:nvPicPr>
          <p:cNvPr id="3" name="Picture 2" descr="A diagram of a process&#10;&#10;Description automatically generated">
            <a:extLst>
              <a:ext uri="{FF2B5EF4-FFF2-40B4-BE49-F238E27FC236}">
                <a16:creationId xmlns:a16="http://schemas.microsoft.com/office/drawing/2014/main" id="{C517A877-CBF3-88D2-73D7-811531E5A84E}"/>
              </a:ext>
            </a:extLst>
          </p:cNvPr>
          <p:cNvPicPr>
            <a:picLocks noChangeAspect="1"/>
          </p:cNvPicPr>
          <p:nvPr/>
        </p:nvPicPr>
        <p:blipFill>
          <a:blip r:embed="rId2"/>
          <a:stretch>
            <a:fillRect/>
          </a:stretch>
        </p:blipFill>
        <p:spPr>
          <a:xfrm>
            <a:off x="7177088" y="1938338"/>
            <a:ext cx="4552950" cy="2981325"/>
          </a:xfrm>
          <a:prstGeom prst="rect">
            <a:avLst/>
          </a:prstGeom>
        </p:spPr>
      </p:pic>
    </p:spTree>
    <p:extLst>
      <p:ext uri="{BB962C8B-B14F-4D97-AF65-F5344CB8AC3E}">
        <p14:creationId xmlns:p14="http://schemas.microsoft.com/office/powerpoint/2010/main" val="1313455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sz="3600" dirty="0">
                <a:solidFill>
                  <a:schemeClr val="tx1"/>
                </a:solidFill>
                <a:latin typeface="Trebuchet MS"/>
              </a:rPr>
              <a:t>Key </a:t>
            </a:r>
            <a:r>
              <a:rPr lang="es-419" sz="3600" err="1">
                <a:solidFill>
                  <a:schemeClr val="tx1"/>
                </a:solidFill>
                <a:latin typeface="Trebuchet MS"/>
              </a:rPr>
              <a:t>Components</a:t>
            </a:r>
            <a:endParaRPr lang="es-419" sz="3600">
              <a:solidFill>
                <a:schemeClr val="tx1"/>
              </a:solidFill>
              <a:latin typeface="Trebuchet MS"/>
            </a:endParaRPr>
          </a:p>
        </p:txBody>
      </p:sp>
      <p:pic>
        <p:nvPicPr>
          <p:cNvPr id="2" name="Picture 1" descr="A diagram of a diagram&#10;&#10;Description automatically generated">
            <a:extLst>
              <a:ext uri="{FF2B5EF4-FFF2-40B4-BE49-F238E27FC236}">
                <a16:creationId xmlns:a16="http://schemas.microsoft.com/office/drawing/2014/main" id="{111FAC36-4677-7351-3C3D-1BCC384DFA2D}"/>
              </a:ext>
            </a:extLst>
          </p:cNvPr>
          <p:cNvPicPr>
            <a:picLocks noChangeAspect="1"/>
          </p:cNvPicPr>
          <p:nvPr/>
        </p:nvPicPr>
        <p:blipFill>
          <a:blip r:embed="rId2"/>
          <a:stretch>
            <a:fillRect/>
          </a:stretch>
        </p:blipFill>
        <p:spPr>
          <a:xfrm>
            <a:off x="3176588" y="1409700"/>
            <a:ext cx="5419725" cy="4029075"/>
          </a:xfrm>
          <a:prstGeom prst="rect">
            <a:avLst/>
          </a:prstGeom>
        </p:spPr>
      </p:pic>
      <p:sp>
        <p:nvSpPr>
          <p:cNvPr id="6" name="TextBox 5">
            <a:extLst>
              <a:ext uri="{FF2B5EF4-FFF2-40B4-BE49-F238E27FC236}">
                <a16:creationId xmlns:a16="http://schemas.microsoft.com/office/drawing/2014/main" id="{539FFB18-499C-3814-0E5F-D01DA37D6EA7}"/>
              </a:ext>
            </a:extLst>
          </p:cNvPr>
          <p:cNvSpPr txBox="1"/>
          <p:nvPr/>
        </p:nvSpPr>
        <p:spPr>
          <a:xfrm>
            <a:off x="8249666" y="4637657"/>
            <a:ext cx="325801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a:ea typeface="Noto Sans"/>
                <a:cs typeface="Noto Sans"/>
              </a:rPr>
              <a:t>The LLM agent's foundation is the large language model upon which it is built. This neural network, trained using massive datasets, can generate and understand simple texts. The LLM's size and design set the agent's initial capabilities and constraints.</a:t>
            </a:r>
            <a:endParaRPr lang="en-US" sz="1400">
              <a:latin typeface="Trebuchet MS"/>
            </a:endParaRPr>
          </a:p>
        </p:txBody>
      </p:sp>
      <p:sp>
        <p:nvSpPr>
          <p:cNvPr id="7" name="TextBox 6">
            <a:extLst>
              <a:ext uri="{FF2B5EF4-FFF2-40B4-BE49-F238E27FC236}">
                <a16:creationId xmlns:a16="http://schemas.microsoft.com/office/drawing/2014/main" id="{9DF57F45-559C-46D2-8185-CACAD47007C8}"/>
              </a:ext>
            </a:extLst>
          </p:cNvPr>
          <p:cNvSpPr txBox="1"/>
          <p:nvPr/>
        </p:nvSpPr>
        <p:spPr>
          <a:xfrm>
            <a:off x="135466" y="3826933"/>
            <a:ext cx="323426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a:ea typeface="Noto Sans"/>
                <a:cs typeface="Noto Sans"/>
              </a:rPr>
              <a:t>Prompt recipes that activate and direct the LLM's abilities are also crucial. The agent's identity, expertise, </a:t>
            </a:r>
            <a:r>
              <a:rPr lang="en-US" sz="1400" err="1">
                <a:latin typeface="Trebuchet MS"/>
                <a:ea typeface="Noto Sans"/>
                <a:cs typeface="Noto Sans"/>
              </a:rPr>
              <a:t>behaviours</a:t>
            </a:r>
            <a:r>
              <a:rPr lang="en-US" sz="1400" dirty="0">
                <a:latin typeface="Trebuchet MS"/>
                <a:ea typeface="Noto Sans"/>
                <a:cs typeface="Noto Sans"/>
              </a:rPr>
              <a:t>, and objectives are all imparted to it using carefully prepared prompts. Prompt recipes provide pre-defined templates that combine important instructions, contexts, and parameters to elicit the necessary agent answers.</a:t>
            </a:r>
            <a:endParaRPr lang="en-US" sz="1400">
              <a:latin typeface="Trebuchet MS"/>
            </a:endParaRPr>
          </a:p>
        </p:txBody>
      </p:sp>
      <p:sp>
        <p:nvSpPr>
          <p:cNvPr id="9" name="TextBox 8">
            <a:extLst>
              <a:ext uri="{FF2B5EF4-FFF2-40B4-BE49-F238E27FC236}">
                <a16:creationId xmlns:a16="http://schemas.microsoft.com/office/drawing/2014/main" id="{B9976C6E-EF34-A215-0AB6-F6F9A9D1794D}"/>
              </a:ext>
            </a:extLst>
          </p:cNvPr>
          <p:cNvSpPr txBox="1"/>
          <p:nvPr/>
        </p:nvSpPr>
        <p:spPr>
          <a:xfrm>
            <a:off x="558800" y="795866"/>
            <a:ext cx="34544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dirty="0">
                <a:latin typeface="Trebuchet MS"/>
                <a:ea typeface="Noto Sans"/>
                <a:cs typeface="Noto Sans"/>
              </a:rPr>
              <a:t>Short-term memory</a:t>
            </a:r>
            <a:r>
              <a:rPr lang="en-US" sz="1400" dirty="0">
                <a:latin typeface="Trebuchet MS"/>
                <a:ea typeface="Inter"/>
                <a:cs typeface="Inter"/>
              </a:rPr>
              <a:t>, which is central to the Large Language Model (LLM) and ensures that we never lose track of ongoing conversations or our most recent acts. This agent's short-term memory serves as a shifting context window, helping it make sense in current conversations.</a:t>
            </a:r>
            <a:endParaRPr lang="en-US" sz="1400" dirty="0">
              <a:latin typeface="Trebuchet MS"/>
            </a:endParaRPr>
          </a:p>
        </p:txBody>
      </p:sp>
      <p:sp>
        <p:nvSpPr>
          <p:cNvPr id="10" name="TextBox 9">
            <a:extLst>
              <a:ext uri="{FF2B5EF4-FFF2-40B4-BE49-F238E27FC236}">
                <a16:creationId xmlns:a16="http://schemas.microsoft.com/office/drawing/2014/main" id="{6687B890-1093-CDBA-2F02-F8F6BC37F7D4}"/>
              </a:ext>
            </a:extLst>
          </p:cNvPr>
          <p:cNvSpPr txBox="1"/>
          <p:nvPr/>
        </p:nvSpPr>
        <p:spPr>
          <a:xfrm>
            <a:off x="228600" y="1591734"/>
            <a:ext cx="303953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dirty="0">
                <a:latin typeface="Trebuchet MS"/>
                <a:ea typeface="Noto Sans"/>
                <a:cs typeface="Noto Sans"/>
              </a:rPr>
              <a:t>Long-term memory</a:t>
            </a:r>
            <a:r>
              <a:rPr lang="en-US" sz="1400" dirty="0">
                <a:ea typeface="+mn-lt"/>
                <a:cs typeface="+mn-lt"/>
              </a:rPr>
              <a:t>, where an external database is combined with the LLM to greatly increase the LLM's ability to remember voluminous amounts of data. This enhancement broadens the agent's memory to include information, conversations, and other things from a longer period. </a:t>
            </a:r>
            <a:endParaRPr lang="en-US"/>
          </a:p>
        </p:txBody>
      </p:sp>
      <p:sp>
        <p:nvSpPr>
          <p:cNvPr id="11" name="TextBox 10">
            <a:extLst>
              <a:ext uri="{FF2B5EF4-FFF2-40B4-BE49-F238E27FC236}">
                <a16:creationId xmlns:a16="http://schemas.microsoft.com/office/drawing/2014/main" id="{C257B64B-C906-F646-801E-6CB135775499}"/>
              </a:ext>
            </a:extLst>
          </p:cNvPr>
          <p:cNvSpPr txBox="1"/>
          <p:nvPr/>
        </p:nvSpPr>
        <p:spPr>
          <a:xfrm>
            <a:off x="8542866" y="8467"/>
            <a:ext cx="263313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a:ea typeface="Noto Sans"/>
                <a:cs typeface="Noto Sans"/>
              </a:rPr>
              <a:t>While memory is concerned with retaining user interactions and specific task-related details over a temporal framework, knowledge represents broader expertise that can be applied across different users and tasks. </a:t>
            </a:r>
            <a:endParaRPr lang="en-US" sz="1400">
              <a:latin typeface="Trebuchet MS"/>
            </a:endParaRPr>
          </a:p>
        </p:txBody>
      </p:sp>
      <p:sp>
        <p:nvSpPr>
          <p:cNvPr id="12" name="TextBox 11">
            <a:extLst>
              <a:ext uri="{FF2B5EF4-FFF2-40B4-BE49-F238E27FC236}">
                <a16:creationId xmlns:a16="http://schemas.microsoft.com/office/drawing/2014/main" id="{48719949-999E-3020-54B6-B22E57352A44}"/>
              </a:ext>
            </a:extLst>
          </p:cNvPr>
          <p:cNvSpPr txBox="1"/>
          <p:nvPr/>
        </p:nvSpPr>
        <p:spPr>
          <a:xfrm>
            <a:off x="8483600" y="1117599"/>
            <a:ext cx="31496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b="1" dirty="0">
                <a:latin typeface="Trebuchet MS"/>
                <a:ea typeface="Noto Sans"/>
                <a:cs typeface="Noto Sans"/>
              </a:rPr>
              <a:t>Specialized knowledge</a:t>
            </a:r>
            <a:r>
              <a:rPr lang="en-US" sz="1200" dirty="0">
                <a:ea typeface="+mn-lt"/>
                <a:cs typeface="+mn-lt"/>
              </a:rPr>
              <a:t> is a crucial facet that supplements the core architecture of AI. It introduces domain-specific terminologies, concepts, and modes of reasoning that are finely tuned to particular topics or fields. </a:t>
            </a:r>
            <a:endParaRPr lang="en-US" sz="1200"/>
          </a:p>
        </p:txBody>
      </p:sp>
      <p:sp>
        <p:nvSpPr>
          <p:cNvPr id="13" name="TextBox 12">
            <a:extLst>
              <a:ext uri="{FF2B5EF4-FFF2-40B4-BE49-F238E27FC236}">
                <a16:creationId xmlns:a16="http://schemas.microsoft.com/office/drawing/2014/main" id="{186EEB9E-46C5-1930-DE90-6095BE2DE838}"/>
              </a:ext>
            </a:extLst>
          </p:cNvPr>
          <p:cNvSpPr txBox="1"/>
          <p:nvPr/>
        </p:nvSpPr>
        <p:spPr>
          <a:xfrm>
            <a:off x="8483599" y="1591734"/>
            <a:ext cx="286173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b="1" dirty="0">
                <a:latin typeface="Trebuchet MS"/>
                <a:ea typeface="Noto Sans"/>
                <a:cs typeface="Noto Sans"/>
              </a:rPr>
              <a:t>Commonsense knowledge</a:t>
            </a:r>
            <a:r>
              <a:rPr lang="en-US" sz="1200" dirty="0">
                <a:latin typeface="Trebuchet MS"/>
                <a:ea typeface="Inter"/>
                <a:cs typeface="Inter"/>
              </a:rPr>
              <a:t> is another dimension that enriches the AI's capabilities. It imparts a general understanding of the world that the model might lack by introducing facts and insights about society, culture, science, and various other domains.</a:t>
            </a:r>
            <a:endParaRPr lang="en-US" sz="1200">
              <a:latin typeface="Trebuchet MS"/>
            </a:endParaRPr>
          </a:p>
        </p:txBody>
      </p:sp>
      <p:sp>
        <p:nvSpPr>
          <p:cNvPr id="14" name="TextBox 13">
            <a:extLst>
              <a:ext uri="{FF2B5EF4-FFF2-40B4-BE49-F238E27FC236}">
                <a16:creationId xmlns:a16="http://schemas.microsoft.com/office/drawing/2014/main" id="{9DA0A78B-D5AB-E3A3-04EE-A480BF84C740}"/>
              </a:ext>
            </a:extLst>
          </p:cNvPr>
          <p:cNvSpPr txBox="1"/>
          <p:nvPr/>
        </p:nvSpPr>
        <p:spPr>
          <a:xfrm>
            <a:off x="8483600" y="2286000"/>
            <a:ext cx="292946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b="1">
                <a:latin typeface="Trebuchet MS"/>
                <a:ea typeface="Noto Sans"/>
                <a:cs typeface="Noto Sans"/>
              </a:rPr>
              <a:t>Procedural knowledge </a:t>
            </a:r>
            <a:r>
              <a:rPr lang="en-US" sz="1200">
                <a:ea typeface="+mn-lt"/>
                <a:cs typeface="+mn-lt"/>
              </a:rPr>
              <a:t>equips the AI with the practical skills and methods required to accomplish specific tasks. Whether understanding complex workflows, employing analytical techniques, or engaging in creative processes, procedural knowledge empowers the AI to provide practical guidance and solutions.</a:t>
            </a:r>
            <a:endParaRPr lang="en-US" sz="1200" dirty="0"/>
          </a:p>
          <a:p>
            <a:pPr algn="just"/>
            <a:endParaRPr lang="en-US" sz="1200" dirty="0"/>
          </a:p>
        </p:txBody>
      </p:sp>
      <p:sp>
        <p:nvSpPr>
          <p:cNvPr id="15" name="TextBox 14">
            <a:extLst>
              <a:ext uri="{FF2B5EF4-FFF2-40B4-BE49-F238E27FC236}">
                <a16:creationId xmlns:a16="http://schemas.microsoft.com/office/drawing/2014/main" id="{6E4F3769-2008-B703-9F6A-6ABB1BE0E802}"/>
              </a:ext>
            </a:extLst>
          </p:cNvPr>
          <p:cNvSpPr txBox="1"/>
          <p:nvPr/>
        </p:nvSpPr>
        <p:spPr>
          <a:xfrm>
            <a:off x="3843867" y="5435600"/>
            <a:ext cx="392853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dirty="0">
                <a:latin typeface="Trebuchet MS"/>
                <a:ea typeface="Noto Sans"/>
                <a:cs typeface="Noto Sans"/>
              </a:rPr>
              <a:t>Integration of tools allows agents to carry out their duties using other services and APIs rather than relying entirely on language generation. For instance, a code interpreter like </a:t>
            </a:r>
            <a:r>
              <a:rPr lang="en-US" sz="1200" err="1">
                <a:latin typeface="Trebuchet MS"/>
                <a:ea typeface="Noto Sans"/>
                <a:cs typeface="Noto Sans"/>
              </a:rPr>
              <a:t>OpenAi's</a:t>
            </a:r>
            <a:r>
              <a:rPr lang="en-US" sz="1200" dirty="0">
                <a:latin typeface="Trebuchet MS"/>
                <a:ea typeface="Noto Sans"/>
                <a:cs typeface="Noto Sans"/>
              </a:rPr>
              <a:t> could be used by an agent as a code execution tool to carry out software operations mentioned in a prompt.</a:t>
            </a:r>
            <a:endParaRPr lang="en-US" sz="1200">
              <a:latin typeface="Trebuchet MS"/>
            </a:endParaRPr>
          </a:p>
        </p:txBody>
      </p:sp>
      <p:sp>
        <p:nvSpPr>
          <p:cNvPr id="3" name="TextBox 2">
            <a:extLst>
              <a:ext uri="{FF2B5EF4-FFF2-40B4-BE49-F238E27FC236}">
                <a16:creationId xmlns:a16="http://schemas.microsoft.com/office/drawing/2014/main" id="{8F304441-4B22-82D3-9593-EDCCCF7F9382}"/>
              </a:ext>
            </a:extLst>
          </p:cNvPr>
          <p:cNvSpPr txBox="1"/>
          <p:nvPr/>
        </p:nvSpPr>
        <p:spPr>
          <a:xfrm>
            <a:off x="7095067" y="745066"/>
            <a:ext cx="3945466"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solidFill>
                  <a:srgbClr val="242424"/>
                </a:solidFill>
                <a:ea typeface="+mn-lt"/>
                <a:cs typeface="+mn-lt"/>
              </a:rPr>
              <a:t>Complex problems often need a chain-of-thought approaches. Agents forms a plan by using a combination of two methods:</a:t>
            </a:r>
            <a:endParaRPr lang="en-US"/>
          </a:p>
          <a:p>
            <a:pPr marL="285750" indent="-285750">
              <a:buFont typeface="Arial"/>
              <a:buChar char="•"/>
            </a:pPr>
            <a:r>
              <a:rPr lang="en-US" sz="1500">
                <a:solidFill>
                  <a:srgbClr val="242424"/>
                </a:solidFill>
                <a:ea typeface="+mn-lt"/>
                <a:cs typeface="+mn-lt"/>
              </a:rPr>
              <a:t>Task and question decomposition: Breaking down the task or question into smaller parts</a:t>
            </a:r>
            <a:endParaRPr lang="en-US"/>
          </a:p>
          <a:p>
            <a:pPr marL="285750" indent="-285750">
              <a:buFont typeface="Arial"/>
              <a:buChar char="•"/>
            </a:pPr>
            <a:r>
              <a:rPr lang="en-US" sz="1500" dirty="0">
                <a:ea typeface="+mn-lt"/>
                <a:cs typeface="+mn-lt"/>
              </a:rPr>
              <a:t>Reflection or critic: Frameworks such as React are used to critic the plan generated by the agent</a:t>
            </a:r>
            <a:endParaRPr lang="en-US" dirty="0"/>
          </a:p>
        </p:txBody>
      </p:sp>
    </p:spTree>
    <p:extLst>
      <p:ext uri="{BB962C8B-B14F-4D97-AF65-F5344CB8AC3E}">
        <p14:creationId xmlns:p14="http://schemas.microsoft.com/office/powerpoint/2010/main" val="1230888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2"/>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1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15"/>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fade">
                                      <p:cBhvr>
                                        <p:cTn id="88" dur="500"/>
                                        <p:tgtEl>
                                          <p:spTgt spid="3"/>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6" grpId="1" build="allAtOnce"/>
      <p:bldP spid="7" grpId="0"/>
      <p:bldP spid="7" grpId="1"/>
      <p:bldP spid="9" grpId="0"/>
      <p:bldP spid="9" grpId="1"/>
      <p:bldP spid="10" grpId="0"/>
      <p:bldP spid="10" grpId="1"/>
      <p:bldP spid="11" grpId="0"/>
      <p:bldP spid="11" grpId="1"/>
      <p:bldP spid="12" grpId="0"/>
      <p:bldP spid="12" grpId="1"/>
      <p:bldP spid="13" grpId="0"/>
      <p:bldP spid="13" grpId="1"/>
      <p:bldP spid="14" grpId="0"/>
      <p:bldP spid="14" grpId="1"/>
      <p:bldP spid="15" grpId="0"/>
      <p:bldP spid="15" grpId="1"/>
      <p:bldP spid="3" grpId="0"/>
      <p:bldP spid="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4">
            <a:extLst>
              <a:ext uri="{FF2B5EF4-FFF2-40B4-BE49-F238E27FC236}">
                <a16:creationId xmlns:a16="http://schemas.microsoft.com/office/drawing/2014/main" id="{9CA052D0-B888-47AA-5815-6C67E0F607EE}"/>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sz="3600" dirty="0" err="1">
                <a:solidFill>
                  <a:schemeClr val="tx1"/>
                </a:solidFill>
                <a:latin typeface="Trebuchet MS"/>
              </a:rPr>
              <a:t>Classifications</a:t>
            </a:r>
            <a:endParaRPr lang="en-US" dirty="0" err="1"/>
          </a:p>
        </p:txBody>
      </p:sp>
      <p:sp>
        <p:nvSpPr>
          <p:cNvPr id="5" name="TextBox 4">
            <a:extLst>
              <a:ext uri="{FF2B5EF4-FFF2-40B4-BE49-F238E27FC236}">
                <a16:creationId xmlns:a16="http://schemas.microsoft.com/office/drawing/2014/main" id="{5C450F48-83BB-B0D4-34BB-414B10C00A90}"/>
              </a:ext>
            </a:extLst>
          </p:cNvPr>
          <p:cNvSpPr txBox="1"/>
          <p:nvPr/>
        </p:nvSpPr>
        <p:spPr>
          <a:xfrm>
            <a:off x="113242" y="772583"/>
            <a:ext cx="5983816"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1400" dirty="0">
                <a:ea typeface="+mn-lt"/>
                <a:cs typeface="+mn-lt"/>
              </a:rPr>
              <a:t>By Functionality:</a:t>
            </a:r>
            <a:endParaRPr lang="en-US" sz="1400" dirty="0"/>
          </a:p>
          <a:p>
            <a:pPr marL="742950" lvl="1" indent="-285750" algn="just">
              <a:buFont typeface="Arial"/>
              <a:buChar char="•"/>
            </a:pPr>
            <a:r>
              <a:rPr lang="en-US" sz="1400" dirty="0">
                <a:ea typeface="+mn-lt"/>
                <a:cs typeface="+mn-lt"/>
              </a:rPr>
              <a:t>Information Gathering Agents: Agents that search, gather, and process information. Example: Web crawlers or data aggregation bots.</a:t>
            </a:r>
            <a:endParaRPr lang="en-US" sz="1400" dirty="0"/>
          </a:p>
          <a:p>
            <a:pPr marL="742950" lvl="1" indent="-285750" algn="just">
              <a:buFont typeface="Arial"/>
              <a:buChar char="•"/>
            </a:pPr>
            <a:r>
              <a:rPr lang="en-US" sz="1400" dirty="0">
                <a:ea typeface="+mn-lt"/>
                <a:cs typeface="+mn-lt"/>
              </a:rPr>
              <a:t>Interface Agents: These interact with users and act as a bridge between humans and software applications. Example: Chatbots and voice assistants.</a:t>
            </a:r>
            <a:endParaRPr lang="en-US" sz="1400" dirty="0"/>
          </a:p>
          <a:p>
            <a:pPr marL="742950" lvl="1" indent="-285750" algn="just">
              <a:buFont typeface="Arial"/>
              <a:buChar char="•"/>
            </a:pPr>
            <a:r>
              <a:rPr lang="en-US" sz="1400" dirty="0">
                <a:ea typeface="+mn-lt"/>
                <a:cs typeface="+mn-lt"/>
              </a:rPr>
              <a:t>Collaborative Agents: Work in multi-agent systems where multiple agents work together. Example: Distributed AI agents for optimizing network resources.</a:t>
            </a:r>
            <a:endParaRPr lang="en-US" sz="1400" dirty="0"/>
          </a:p>
          <a:p>
            <a:pPr marL="742950" lvl="1" indent="-285750" algn="just">
              <a:buFont typeface="Arial"/>
              <a:buChar char="•"/>
            </a:pPr>
            <a:endParaRPr lang="en-US" sz="1400" dirty="0">
              <a:ea typeface="+mn-lt"/>
              <a:cs typeface="+mn-lt"/>
            </a:endParaRPr>
          </a:p>
          <a:p>
            <a:pPr marL="742950" lvl="1" indent="-285750" algn="just">
              <a:buFont typeface="Arial"/>
              <a:buChar char="•"/>
            </a:pPr>
            <a:endParaRPr lang="en-US" sz="1400" dirty="0">
              <a:ea typeface="+mn-lt"/>
              <a:cs typeface="+mn-lt"/>
            </a:endParaRPr>
          </a:p>
          <a:p>
            <a:pPr marL="285750" indent="-285750" algn="just">
              <a:buFont typeface="Arial"/>
              <a:buChar char="•"/>
            </a:pPr>
            <a:r>
              <a:rPr lang="en-US" sz="1400" dirty="0">
                <a:ea typeface="+mn-lt"/>
                <a:cs typeface="+mn-lt"/>
              </a:rPr>
              <a:t>By Learning Ability:</a:t>
            </a:r>
            <a:endParaRPr lang="en-US" sz="1400" dirty="0"/>
          </a:p>
          <a:p>
            <a:pPr marL="742950" lvl="1" indent="-285750" algn="just">
              <a:buFont typeface="Arial"/>
              <a:buChar char="•"/>
            </a:pPr>
            <a:r>
              <a:rPr lang="en-US" sz="1400" dirty="0">
                <a:ea typeface="+mn-lt"/>
                <a:cs typeface="+mn-lt"/>
              </a:rPr>
              <a:t>Fixed Agents: Operate based on a set of static rules and do not learn or adapt. Useful for predictable, structured tasks.</a:t>
            </a:r>
            <a:endParaRPr lang="en-US" sz="1400" dirty="0"/>
          </a:p>
          <a:p>
            <a:pPr marL="742950" lvl="1" indent="-285750" algn="just">
              <a:buFont typeface="Arial"/>
              <a:buChar char="•"/>
            </a:pPr>
            <a:r>
              <a:rPr lang="en-US" sz="1400" dirty="0">
                <a:ea typeface="+mn-lt"/>
                <a:cs typeface="+mn-lt"/>
              </a:rPr>
              <a:t>Learning Agents: Use data to learn and improve over time, often leveraging reinforcement learning or supervised learning.</a:t>
            </a:r>
            <a:endParaRPr lang="en-US" sz="1400" dirty="0"/>
          </a:p>
          <a:p>
            <a:pPr marL="742950" lvl="1" indent="-285750" algn="just">
              <a:buFont typeface="Arial"/>
              <a:buChar char="•"/>
            </a:pPr>
            <a:endParaRPr lang="en-US" sz="1400" dirty="0">
              <a:ea typeface="+mn-lt"/>
              <a:cs typeface="+mn-lt"/>
            </a:endParaRPr>
          </a:p>
          <a:p>
            <a:pPr marL="742950" lvl="1" indent="-285750" algn="just">
              <a:buFont typeface="Arial"/>
              <a:buChar char="•"/>
            </a:pPr>
            <a:endParaRPr lang="en-US" sz="1400" dirty="0">
              <a:ea typeface="+mn-lt"/>
              <a:cs typeface="+mn-lt"/>
            </a:endParaRPr>
          </a:p>
          <a:p>
            <a:pPr marL="285750" indent="-285750" algn="just">
              <a:buFont typeface="Arial"/>
              <a:buChar char="•"/>
            </a:pPr>
            <a:r>
              <a:rPr lang="en-US" sz="1400" dirty="0">
                <a:ea typeface="+mn-lt"/>
                <a:cs typeface="+mn-lt"/>
              </a:rPr>
              <a:t>By Autonomy Level:</a:t>
            </a:r>
            <a:endParaRPr lang="en-US" sz="1400" dirty="0"/>
          </a:p>
          <a:p>
            <a:pPr marL="742950" lvl="1" indent="-285750" algn="just">
              <a:buFont typeface="Arial"/>
              <a:buChar char="•"/>
            </a:pPr>
            <a:r>
              <a:rPr lang="en-US" sz="1400" dirty="0">
                <a:ea typeface="+mn-lt"/>
                <a:cs typeface="+mn-lt"/>
              </a:rPr>
              <a:t>Assistive Agents: These help users with specific tasks but require direct input or supervision.</a:t>
            </a:r>
            <a:endParaRPr lang="en-US" sz="1400" dirty="0"/>
          </a:p>
          <a:p>
            <a:pPr marL="742950" lvl="1" indent="-285750" algn="just">
              <a:buFont typeface="Arial"/>
              <a:buChar char="•"/>
            </a:pPr>
            <a:r>
              <a:rPr lang="en-US" sz="1400" dirty="0">
                <a:ea typeface="+mn-lt"/>
                <a:cs typeface="+mn-lt"/>
              </a:rPr>
              <a:t>Autonomous Agents: Work independently and make decisions based on the environment, often seen in robotics and self-driving cars.</a:t>
            </a:r>
            <a:endParaRPr lang="en-US" sz="1400" dirty="0"/>
          </a:p>
          <a:p>
            <a:pPr algn="just"/>
            <a:endParaRPr lang="en-US" sz="1400" dirty="0"/>
          </a:p>
        </p:txBody>
      </p:sp>
      <p:pic>
        <p:nvPicPr>
          <p:cNvPr id="6" name="Picture 5">
            <a:extLst>
              <a:ext uri="{FF2B5EF4-FFF2-40B4-BE49-F238E27FC236}">
                <a16:creationId xmlns:a16="http://schemas.microsoft.com/office/drawing/2014/main" id="{0F6FC8BB-D404-D479-8081-1E9D5B438298}"/>
              </a:ext>
            </a:extLst>
          </p:cNvPr>
          <p:cNvPicPr>
            <a:picLocks noChangeAspect="1"/>
          </p:cNvPicPr>
          <p:nvPr/>
        </p:nvPicPr>
        <p:blipFill>
          <a:blip r:embed="rId2"/>
          <a:stretch>
            <a:fillRect/>
          </a:stretch>
        </p:blipFill>
        <p:spPr>
          <a:xfrm>
            <a:off x="6415088" y="1533525"/>
            <a:ext cx="5772150" cy="3790950"/>
          </a:xfrm>
          <a:prstGeom prst="rect">
            <a:avLst/>
          </a:prstGeom>
        </p:spPr>
      </p:pic>
    </p:spTree>
    <p:extLst>
      <p:ext uri="{BB962C8B-B14F-4D97-AF65-F5344CB8AC3E}">
        <p14:creationId xmlns:p14="http://schemas.microsoft.com/office/powerpoint/2010/main" val="2423518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4">
            <a:extLst>
              <a:ext uri="{FF2B5EF4-FFF2-40B4-BE49-F238E27FC236}">
                <a16:creationId xmlns:a16="http://schemas.microsoft.com/office/drawing/2014/main" id="{738CB5BF-4E61-F251-D8F3-FB308E49FAB6}"/>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dirty="0">
                <a:solidFill>
                  <a:schemeClr val="tx1"/>
                </a:solidFill>
                <a:latin typeface="Arial Black"/>
              </a:rPr>
              <a:t>AI </a:t>
            </a:r>
            <a:r>
              <a:rPr lang="es-419" dirty="0" err="1">
                <a:solidFill>
                  <a:schemeClr val="tx1"/>
                </a:solidFill>
                <a:latin typeface="Arial Black"/>
              </a:rPr>
              <a:t>Agent</a:t>
            </a:r>
            <a:r>
              <a:rPr lang="es-419" dirty="0">
                <a:solidFill>
                  <a:schemeClr val="tx1"/>
                </a:solidFill>
                <a:latin typeface="Arial Black"/>
              </a:rPr>
              <a:t> </a:t>
            </a:r>
            <a:r>
              <a:rPr lang="es-419" dirty="0" err="1">
                <a:solidFill>
                  <a:schemeClr val="tx1"/>
                </a:solidFill>
                <a:latin typeface="Arial Black"/>
              </a:rPr>
              <a:t>Integration</a:t>
            </a:r>
            <a:endParaRPr lang="en-US" dirty="0" err="1">
              <a:solidFill>
                <a:schemeClr val="tx1"/>
              </a:solidFill>
            </a:endParaRPr>
          </a:p>
        </p:txBody>
      </p:sp>
      <p:sp>
        <p:nvSpPr>
          <p:cNvPr id="4" name="TextBox 3">
            <a:extLst>
              <a:ext uri="{FF2B5EF4-FFF2-40B4-BE49-F238E27FC236}">
                <a16:creationId xmlns:a16="http://schemas.microsoft.com/office/drawing/2014/main" id="{672E00CB-8BA3-8067-E5D5-76E645A36AE1}"/>
              </a:ext>
            </a:extLst>
          </p:cNvPr>
          <p:cNvSpPr txBox="1"/>
          <p:nvPr/>
        </p:nvSpPr>
        <p:spPr>
          <a:xfrm>
            <a:off x="135467" y="1244600"/>
            <a:ext cx="5816599"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p>
          <a:p>
            <a:pPr marL="228600" lvl="1" indent="-228600">
              <a:buFont typeface=""/>
              <a:buChar char="•"/>
            </a:pPr>
            <a:r>
              <a:rPr lang="en-US" b="1" dirty="0">
                <a:latin typeface="Trebuchet MS"/>
              </a:rPr>
              <a:t>Frontend</a:t>
            </a:r>
            <a:r>
              <a:rPr lang="en-US" dirty="0">
                <a:latin typeface="Trebuchet MS"/>
              </a:rPr>
              <a:t>: Where users interact with the AI agent (e.g., website chatbot, mobile app).</a:t>
            </a:r>
          </a:p>
          <a:p>
            <a:pPr marL="228600" lvl="1" indent="-228600">
              <a:buFont typeface=""/>
              <a:buChar char="•"/>
            </a:pPr>
            <a:endParaRPr lang="en-US" dirty="0">
              <a:latin typeface="Trebuchet MS"/>
            </a:endParaRPr>
          </a:p>
          <a:p>
            <a:pPr marL="228600" lvl="1" indent="-228600">
              <a:buFont typeface=""/>
              <a:buChar char="•"/>
            </a:pPr>
            <a:r>
              <a:rPr lang="en-US" b="1" dirty="0">
                <a:latin typeface="Trebuchet MS"/>
              </a:rPr>
              <a:t>API Gateway</a:t>
            </a:r>
            <a:r>
              <a:rPr lang="en-US" dirty="0">
                <a:latin typeface="Trebuchet MS"/>
              </a:rPr>
              <a:t>: Manages and routes requests from the frontend to the backend.</a:t>
            </a:r>
            <a:endParaRPr lang="en-US" dirty="0"/>
          </a:p>
          <a:p>
            <a:pPr marL="228600" lvl="1" indent="-228600">
              <a:buFont typeface=""/>
              <a:buChar char="•"/>
            </a:pPr>
            <a:endParaRPr lang="en-US" dirty="0">
              <a:latin typeface="Trebuchet MS"/>
            </a:endParaRPr>
          </a:p>
          <a:p>
            <a:pPr marL="228600" lvl="1" indent="-228600">
              <a:buFont typeface=""/>
              <a:buChar char="•"/>
            </a:pPr>
            <a:r>
              <a:rPr lang="en-US" b="1" dirty="0">
                <a:latin typeface="Trebuchet MS"/>
              </a:rPr>
              <a:t>Backend Server</a:t>
            </a:r>
            <a:r>
              <a:rPr lang="en-US" dirty="0">
                <a:latin typeface="Trebuchet MS"/>
              </a:rPr>
              <a:t>: Processes requests, manages interactions with the AI model, and handles data storage.</a:t>
            </a:r>
          </a:p>
          <a:p>
            <a:pPr marL="228600" lvl="1" indent="-228600">
              <a:buFont typeface=""/>
              <a:buChar char="•"/>
            </a:pPr>
            <a:endParaRPr lang="en-US" dirty="0">
              <a:latin typeface="Trebuchet MS"/>
            </a:endParaRPr>
          </a:p>
          <a:p>
            <a:pPr marL="228600" lvl="1" indent="-228600">
              <a:buFont typeface=""/>
              <a:buChar char="•"/>
            </a:pPr>
            <a:r>
              <a:rPr lang="en-US" b="1" dirty="0">
                <a:latin typeface="Trebuchet MS"/>
              </a:rPr>
              <a:t>AI Model Service</a:t>
            </a:r>
            <a:r>
              <a:rPr lang="en-US" dirty="0">
                <a:latin typeface="Trebuchet MS"/>
              </a:rPr>
              <a:t>: Connects to the AI provider (e.g., OpenAI, Hugging Face) to process user queries and receive responses.</a:t>
            </a:r>
          </a:p>
          <a:p>
            <a:pPr marL="228600" lvl="1" indent="-228600">
              <a:buFont typeface=""/>
              <a:buChar char="•"/>
            </a:pPr>
            <a:endParaRPr lang="en-US" dirty="0">
              <a:latin typeface="Trebuchet MS"/>
            </a:endParaRPr>
          </a:p>
          <a:p>
            <a:pPr marL="228600" lvl="1" indent="-228600">
              <a:buFont typeface=""/>
              <a:buChar char="•"/>
            </a:pPr>
            <a:r>
              <a:rPr lang="en-US" b="1" dirty="0">
                <a:latin typeface="Trebuchet MS"/>
              </a:rPr>
              <a:t>Database</a:t>
            </a:r>
            <a:r>
              <a:rPr lang="en-US" dirty="0">
                <a:latin typeface="Trebuchet MS"/>
              </a:rPr>
              <a:t>: Stores user data, past interactions, and configuration settings if needed.</a:t>
            </a:r>
          </a:p>
        </p:txBody>
      </p:sp>
      <p:pic>
        <p:nvPicPr>
          <p:cNvPr id="5" name="Picture 4" descr="A diagram of a chatbot&#10;&#10;Description automatically generated">
            <a:extLst>
              <a:ext uri="{FF2B5EF4-FFF2-40B4-BE49-F238E27FC236}">
                <a16:creationId xmlns:a16="http://schemas.microsoft.com/office/drawing/2014/main" id="{61427D35-89C3-3F9D-66D9-629DD0F50F38}"/>
              </a:ext>
            </a:extLst>
          </p:cNvPr>
          <p:cNvPicPr>
            <a:picLocks noChangeAspect="1"/>
          </p:cNvPicPr>
          <p:nvPr/>
        </p:nvPicPr>
        <p:blipFill>
          <a:blip r:embed="rId2"/>
          <a:stretch>
            <a:fillRect/>
          </a:stretch>
        </p:blipFill>
        <p:spPr>
          <a:xfrm>
            <a:off x="6282267" y="1864176"/>
            <a:ext cx="5774264" cy="3129648"/>
          </a:xfrm>
          <a:prstGeom prst="rect">
            <a:avLst/>
          </a:prstGeom>
        </p:spPr>
      </p:pic>
    </p:spTree>
    <p:extLst>
      <p:ext uri="{BB962C8B-B14F-4D97-AF65-F5344CB8AC3E}">
        <p14:creationId xmlns:p14="http://schemas.microsoft.com/office/powerpoint/2010/main" val="344643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865AC648-4718-E91C-2EE7-C7AFBA343F2E}"/>
              </a:ext>
            </a:extLst>
          </p:cNvPr>
          <p:cNvSpPr>
            <a:spLocks noGrp="1"/>
          </p:cNvSpPr>
          <p:nvPr/>
        </p:nvSpPr>
        <p:spPr>
          <a:xfrm>
            <a:off x="803198" y="-3603"/>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dirty="0">
                <a:solidFill>
                  <a:schemeClr val="tx1"/>
                </a:solidFill>
                <a:latin typeface="Noto Sans"/>
                <a:ea typeface="Noto Sans"/>
                <a:cs typeface="Noto Sans"/>
              </a:rPr>
              <a:t>AI </a:t>
            </a:r>
            <a:r>
              <a:rPr lang="es-419" dirty="0" err="1">
                <a:solidFill>
                  <a:schemeClr val="tx1"/>
                </a:solidFill>
                <a:latin typeface="Noto Sans"/>
                <a:ea typeface="Noto Sans"/>
                <a:cs typeface="Noto Sans"/>
              </a:rPr>
              <a:t>Agents</a:t>
            </a:r>
            <a:r>
              <a:rPr lang="es-419" dirty="0">
                <a:solidFill>
                  <a:schemeClr val="tx1"/>
                </a:solidFill>
                <a:latin typeface="Noto Sans"/>
                <a:ea typeface="Noto Sans"/>
                <a:cs typeface="Noto Sans"/>
              </a:rPr>
              <a:t> </a:t>
            </a:r>
            <a:r>
              <a:rPr lang="es-419" dirty="0" err="1">
                <a:solidFill>
                  <a:schemeClr val="tx1"/>
                </a:solidFill>
                <a:latin typeface="Noto Sans"/>
                <a:ea typeface="Noto Sans"/>
                <a:cs typeface="Noto Sans"/>
              </a:rPr>
              <a:t>Integration</a:t>
            </a:r>
            <a:r>
              <a:rPr lang="es-419" dirty="0">
                <a:solidFill>
                  <a:schemeClr val="tx1"/>
                </a:solidFill>
                <a:latin typeface="Noto Sans"/>
                <a:ea typeface="Noto Sans"/>
                <a:cs typeface="Noto Sans"/>
              </a:rPr>
              <a:t>: </a:t>
            </a:r>
            <a:r>
              <a:rPr lang="es-419" dirty="0" err="1">
                <a:solidFill>
                  <a:schemeClr val="tx1"/>
                </a:solidFill>
                <a:latin typeface="Noto Sans"/>
                <a:ea typeface="Noto Sans"/>
                <a:cs typeface="Noto Sans"/>
              </a:rPr>
              <a:t>configuration</a:t>
            </a:r>
          </a:p>
        </p:txBody>
      </p:sp>
      <p:sp>
        <p:nvSpPr>
          <p:cNvPr id="7" name="TextBox 6">
            <a:extLst>
              <a:ext uri="{FF2B5EF4-FFF2-40B4-BE49-F238E27FC236}">
                <a16:creationId xmlns:a16="http://schemas.microsoft.com/office/drawing/2014/main" id="{86BF4B10-7D0E-1078-E480-05096064781F}"/>
              </a:ext>
            </a:extLst>
          </p:cNvPr>
          <p:cNvSpPr txBox="1"/>
          <p:nvPr/>
        </p:nvSpPr>
        <p:spPr>
          <a:xfrm>
            <a:off x="1083733" y="1092200"/>
            <a:ext cx="10498666" cy="55861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latin typeface="Trebuchet MS"/>
              </a:rPr>
              <a:t>Define the Purpose</a:t>
            </a:r>
            <a:r>
              <a:rPr lang="en-US" dirty="0">
                <a:latin typeface="Trebuchet MS"/>
              </a:rPr>
              <a:t>: Before configuring the AI, clearly define the agent’s goals (e.g., providing customer support, recommending products, answering FAQs).</a:t>
            </a:r>
            <a:endParaRPr lang="en-US"/>
          </a:p>
          <a:p>
            <a:pPr algn="just">
              <a:buFont typeface=""/>
              <a:buChar char="•"/>
            </a:pPr>
            <a:endParaRPr lang="en-US" dirty="0">
              <a:latin typeface="Trebuchet MS"/>
            </a:endParaRPr>
          </a:p>
          <a:p>
            <a:pPr algn="just"/>
            <a:r>
              <a:rPr lang="en-US" b="1" dirty="0">
                <a:latin typeface="Trebuchet MS"/>
              </a:rPr>
              <a:t>Adjusting Model Parameters</a:t>
            </a:r>
            <a:r>
              <a:rPr lang="en-US" dirty="0">
                <a:latin typeface="Trebuchet MS"/>
              </a:rPr>
              <a:t>:</a:t>
            </a:r>
          </a:p>
          <a:p>
            <a:pPr marL="228600" lvl="1" indent="-228600" algn="just">
              <a:buFont typeface=""/>
              <a:buChar char="•"/>
            </a:pPr>
            <a:r>
              <a:rPr lang="en-US" b="1" dirty="0">
                <a:latin typeface="Trebuchet MS"/>
              </a:rPr>
              <a:t>Temperature</a:t>
            </a:r>
            <a:r>
              <a:rPr lang="en-US" dirty="0">
                <a:latin typeface="Trebuchet MS"/>
              </a:rPr>
              <a:t>: Controls the creativity of responses. Higher values (e.g., 1.0) produce more diverse outputs, while lower values produce more deterministic responses.</a:t>
            </a:r>
          </a:p>
          <a:p>
            <a:pPr marL="228600" lvl="1" indent="-228600" algn="just">
              <a:buFont typeface=""/>
              <a:buChar char="•"/>
            </a:pPr>
            <a:endParaRPr lang="en-US" dirty="0">
              <a:latin typeface="Trebuchet MS"/>
            </a:endParaRPr>
          </a:p>
          <a:p>
            <a:pPr marL="228600" lvl="1" indent="-228600" algn="just">
              <a:buFont typeface=""/>
              <a:buChar char="•"/>
            </a:pPr>
            <a:r>
              <a:rPr lang="en-US" b="1" dirty="0">
                <a:latin typeface="Trebuchet MS"/>
              </a:rPr>
              <a:t>Max Tokens</a:t>
            </a:r>
            <a:r>
              <a:rPr lang="en-US" dirty="0">
                <a:latin typeface="Trebuchet MS"/>
              </a:rPr>
              <a:t>: Limits the length of the response, useful for concise or detailed answers.</a:t>
            </a:r>
          </a:p>
          <a:p>
            <a:pPr marL="228600" lvl="1" indent="-228600" algn="just">
              <a:buFont typeface=""/>
              <a:buChar char="•"/>
            </a:pPr>
            <a:endParaRPr lang="en-US" dirty="0">
              <a:latin typeface="Trebuchet MS"/>
            </a:endParaRPr>
          </a:p>
          <a:p>
            <a:pPr marL="228600" lvl="1" indent="-228600" algn="just">
              <a:buFont typeface=""/>
              <a:buChar char="•"/>
            </a:pPr>
            <a:r>
              <a:rPr lang="en-US" b="1" dirty="0">
                <a:latin typeface="Trebuchet MS"/>
              </a:rPr>
              <a:t>Top-p (Nucleus Sampling)</a:t>
            </a:r>
            <a:r>
              <a:rPr lang="en-US" dirty="0">
                <a:latin typeface="Trebuchet MS"/>
              </a:rPr>
              <a:t>: Limits token selection to the top-p percent, balancing response diversity. This defines </a:t>
            </a:r>
            <a:r>
              <a:rPr lang="en-US" dirty="0" err="1">
                <a:ea typeface="+mn-lt"/>
                <a:cs typeface="+mn-lt"/>
              </a:rPr>
              <a:t>defines</a:t>
            </a:r>
            <a:r>
              <a:rPr lang="en-US" dirty="0">
                <a:ea typeface="+mn-lt"/>
                <a:cs typeface="+mn-lt"/>
              </a:rPr>
              <a:t> the probabilistic sum of tokens that should be considered for each subsequent token. Top P's values span from 0.0 to 1.0.</a:t>
            </a:r>
          </a:p>
          <a:p>
            <a:pPr marL="228600" lvl="1" indent="-228600" algn="just">
              <a:buFont typeface=""/>
              <a:buChar char="•"/>
            </a:pPr>
            <a:endParaRPr lang="en-US" dirty="0">
              <a:latin typeface="Trebuchet MS"/>
            </a:endParaRPr>
          </a:p>
          <a:p>
            <a:pPr algn="just"/>
            <a:r>
              <a:rPr lang="en-US" b="1" dirty="0">
                <a:latin typeface="Trebuchet MS"/>
              </a:rPr>
              <a:t>Prompt Engineering</a:t>
            </a:r>
            <a:r>
              <a:rPr lang="en-US" dirty="0">
                <a:latin typeface="Trebuchet MS"/>
              </a:rPr>
              <a:t>:</a:t>
            </a:r>
          </a:p>
          <a:p>
            <a:pPr marL="228600" lvl="1" indent="-228600" algn="just">
              <a:buFont typeface=""/>
              <a:buChar char="•"/>
            </a:pPr>
            <a:r>
              <a:rPr lang="en-US" dirty="0">
                <a:latin typeface="Trebuchet MS"/>
              </a:rPr>
              <a:t>Write prompts tailored to specific tasks or responses (e.g., “Explain this product’s features” or “Provide a friendly greeting”).</a:t>
            </a:r>
          </a:p>
          <a:p>
            <a:pPr marL="228600" lvl="1" indent="-228600" algn="just">
              <a:buFont typeface=""/>
              <a:buChar char="•"/>
            </a:pPr>
            <a:r>
              <a:rPr lang="en-US" dirty="0">
                <a:latin typeface="Trebuchet MS"/>
              </a:rPr>
              <a:t>Test and iterate on prompts to achieve desired outputs.</a:t>
            </a:r>
          </a:p>
          <a:p>
            <a:pPr marL="228600" lvl="1" indent="-228600" algn="just">
              <a:buFont typeface=""/>
              <a:buChar char="•"/>
            </a:pPr>
            <a:endParaRPr lang="en-US" dirty="0">
              <a:latin typeface="Trebuchet MS"/>
            </a:endParaRPr>
          </a:p>
          <a:p>
            <a:pPr algn="just"/>
            <a:r>
              <a:rPr lang="en-US" b="1" dirty="0">
                <a:latin typeface="Trebuchet MS"/>
              </a:rPr>
              <a:t>Fine-Tuning (if available)</a:t>
            </a:r>
            <a:r>
              <a:rPr lang="en-US" dirty="0">
                <a:latin typeface="Trebuchet MS"/>
              </a:rPr>
              <a:t>: For highly specialized tasks, fine-tune the AI model with custom data to improve relevance and accuracy for the specific use case.</a:t>
            </a:r>
          </a:p>
        </p:txBody>
      </p:sp>
    </p:spTree>
    <p:extLst>
      <p:ext uri="{BB962C8B-B14F-4D97-AF65-F5344CB8AC3E}">
        <p14:creationId xmlns:p14="http://schemas.microsoft.com/office/powerpoint/2010/main" val="244895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shot of a program&#10;&#10;Description automatically generated">
            <a:extLst>
              <a:ext uri="{FF2B5EF4-FFF2-40B4-BE49-F238E27FC236}">
                <a16:creationId xmlns:a16="http://schemas.microsoft.com/office/drawing/2014/main" id="{C743182B-F813-61BB-1B96-A587A0CE85A6}"/>
              </a:ext>
            </a:extLst>
          </p:cNvPr>
          <p:cNvPicPr>
            <a:picLocks noChangeAspect="1"/>
          </p:cNvPicPr>
          <p:nvPr/>
        </p:nvPicPr>
        <p:blipFill>
          <a:blip r:embed="rId2"/>
          <a:stretch>
            <a:fillRect/>
          </a:stretch>
        </p:blipFill>
        <p:spPr>
          <a:xfrm>
            <a:off x="1006833" y="0"/>
            <a:ext cx="10178335" cy="6858000"/>
          </a:xfrm>
          <a:prstGeom prst="rect">
            <a:avLst/>
          </a:prstGeom>
        </p:spPr>
      </p:pic>
    </p:spTree>
    <p:extLst>
      <p:ext uri="{BB962C8B-B14F-4D97-AF65-F5344CB8AC3E}">
        <p14:creationId xmlns:p14="http://schemas.microsoft.com/office/powerpoint/2010/main" val="136732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6CEE9E-CA3F-07DE-7992-5C5404490F37}"/>
              </a:ext>
            </a:extLst>
          </p:cNvPr>
          <p:cNvSpPr txBox="1"/>
          <p:nvPr/>
        </p:nvSpPr>
        <p:spPr>
          <a:xfrm>
            <a:off x="1564459" y="431575"/>
            <a:ext cx="80515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alibri"/>
                <a:ea typeface="Calibri"/>
                <a:cs typeface="Calibri"/>
              </a:rPr>
              <a:t>Hands-On Exercises with AI Agents</a:t>
            </a:r>
          </a:p>
          <a:p>
            <a:pPr algn="ctr"/>
            <a:endParaRPr lang="en-US" sz="3600" dirty="0">
              <a:latin typeface="Calibri"/>
              <a:ea typeface="Calibri"/>
              <a:cs typeface="Calibri"/>
            </a:endParaRPr>
          </a:p>
        </p:txBody>
      </p:sp>
      <p:sp>
        <p:nvSpPr>
          <p:cNvPr id="3" name="TextBox 2">
            <a:extLst>
              <a:ext uri="{FF2B5EF4-FFF2-40B4-BE49-F238E27FC236}">
                <a16:creationId xmlns:a16="http://schemas.microsoft.com/office/drawing/2014/main" id="{15A950E1-B4D4-A06B-19A4-15B9FFB5788A}"/>
              </a:ext>
            </a:extLst>
          </p:cNvPr>
          <p:cNvSpPr txBox="1"/>
          <p:nvPr/>
        </p:nvSpPr>
        <p:spPr>
          <a:xfrm>
            <a:off x="825473" y="1292787"/>
            <a:ext cx="10545858"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t> Basic Chatbot</a:t>
            </a:r>
            <a:endParaRPr lang="en-US" sz="1400" dirty="0"/>
          </a:p>
          <a:p>
            <a:pPr marL="285750" indent="-285750">
              <a:buFont typeface="Arial"/>
              <a:buChar char="•"/>
            </a:pPr>
            <a:r>
              <a:rPr lang="en-US" sz="1400" b="1" dirty="0">
                <a:ea typeface="+mn-lt"/>
                <a:cs typeface="+mn-lt"/>
              </a:rPr>
              <a:t>Objective</a:t>
            </a:r>
            <a:r>
              <a:rPr lang="en-US" sz="1400" dirty="0">
                <a:ea typeface="+mn-lt"/>
                <a:cs typeface="+mn-lt"/>
              </a:rPr>
              <a:t>: Set up a simple chatbot that responds to user questions on a website.</a:t>
            </a:r>
          </a:p>
          <a:p>
            <a:pPr marL="285750" indent="-285750">
              <a:buFont typeface="Arial"/>
              <a:buChar char="•"/>
            </a:pPr>
            <a:r>
              <a:rPr lang="en-US" sz="1400" b="1" dirty="0">
                <a:ea typeface="+mn-lt"/>
                <a:cs typeface="+mn-lt"/>
              </a:rPr>
              <a:t>Instructions</a:t>
            </a:r>
            <a:r>
              <a:rPr lang="en-US" sz="1400" dirty="0">
                <a:ea typeface="+mn-lt"/>
                <a:cs typeface="+mn-lt"/>
              </a:rPr>
              <a:t>:</a:t>
            </a:r>
          </a:p>
          <a:p>
            <a:pPr marL="742950" lvl="1" indent="-285750">
              <a:buFont typeface="Arial"/>
              <a:buChar char="•"/>
            </a:pPr>
            <a:r>
              <a:rPr lang="en-US" sz="1400" dirty="0">
                <a:ea typeface="+mn-lt"/>
                <a:cs typeface="+mn-lt"/>
              </a:rPr>
              <a:t>Use HTML for the frontend chat interface.</a:t>
            </a:r>
          </a:p>
          <a:p>
            <a:pPr marL="742950" lvl="1" indent="-285750">
              <a:buFont typeface="Arial"/>
              <a:buChar char="•"/>
            </a:pPr>
            <a:r>
              <a:rPr lang="en-US" sz="1400" dirty="0">
                <a:ea typeface="+mn-lt"/>
                <a:cs typeface="+mn-lt"/>
              </a:rPr>
              <a:t>Use JavaScript to send user inputs to an AI model API (e.g., OpenAI’s API) and display responses.</a:t>
            </a:r>
            <a:endParaRPr lang="en-US" sz="1400" dirty="0"/>
          </a:p>
          <a:p>
            <a:pPr marL="285750" indent="-285750">
              <a:buFont typeface="Arial"/>
              <a:buChar char="•"/>
            </a:pPr>
            <a:r>
              <a:rPr lang="en-US" sz="1400" b="1" dirty="0">
                <a:ea typeface="+mn-lt"/>
                <a:cs typeface="+mn-lt"/>
              </a:rPr>
              <a:t>Expected Outcome</a:t>
            </a:r>
            <a:r>
              <a:rPr lang="en-US" sz="1400" dirty="0">
                <a:ea typeface="+mn-lt"/>
                <a:cs typeface="+mn-lt"/>
              </a:rPr>
              <a:t>: A working chatbot on a webpage that answers general questions.</a:t>
            </a:r>
            <a:endParaRPr lang="en-US" sz="1400" dirty="0"/>
          </a:p>
          <a:p>
            <a:pPr marL="285750" indent="-285750">
              <a:buFont typeface="Arial"/>
              <a:buChar char="•"/>
            </a:pPr>
            <a:endParaRPr lang="en-US" sz="1400" dirty="0"/>
          </a:p>
          <a:p>
            <a:r>
              <a:rPr lang="en-US" sz="1400" b="1" dirty="0"/>
              <a:t>Exercise 2 (Medium): Product Recommendation Agent</a:t>
            </a:r>
            <a:endParaRPr lang="en-US" sz="1400" dirty="0"/>
          </a:p>
          <a:p>
            <a:pPr marL="285750" indent="-285750">
              <a:buFont typeface="Arial"/>
              <a:buChar char="•"/>
            </a:pPr>
            <a:r>
              <a:rPr lang="en-US" sz="1400" b="1" dirty="0">
                <a:ea typeface="+mn-lt"/>
                <a:cs typeface="+mn-lt"/>
              </a:rPr>
              <a:t>Objective</a:t>
            </a:r>
            <a:r>
              <a:rPr lang="en-US" sz="1400" dirty="0">
                <a:ea typeface="+mn-lt"/>
                <a:cs typeface="+mn-lt"/>
              </a:rPr>
              <a:t>: Create an AI agent that recommends products based on user preferences.</a:t>
            </a:r>
          </a:p>
          <a:p>
            <a:pPr marL="285750" indent="-285750">
              <a:buFont typeface="Arial"/>
              <a:buChar char="•"/>
            </a:pPr>
            <a:r>
              <a:rPr lang="en-US" sz="1400" b="1" dirty="0">
                <a:ea typeface="+mn-lt"/>
                <a:cs typeface="+mn-lt"/>
              </a:rPr>
              <a:t>Instructions</a:t>
            </a:r>
            <a:r>
              <a:rPr lang="en-US" sz="1400" dirty="0">
                <a:ea typeface="+mn-lt"/>
                <a:cs typeface="+mn-lt"/>
              </a:rPr>
              <a:t>:</a:t>
            </a:r>
          </a:p>
          <a:p>
            <a:pPr marL="742950" lvl="1" indent="-285750">
              <a:buFont typeface="Arial"/>
              <a:buChar char="•"/>
            </a:pPr>
            <a:r>
              <a:rPr lang="en-US" sz="1400" dirty="0">
                <a:ea typeface="+mn-lt"/>
                <a:cs typeface="+mn-lt"/>
              </a:rPr>
              <a:t>Build a form on the frontend where users enter their preferences (e.g., price range, category).</a:t>
            </a:r>
            <a:endParaRPr lang="en-US" sz="1400" dirty="0"/>
          </a:p>
          <a:p>
            <a:pPr marL="742950" lvl="1" indent="-285750">
              <a:buFont typeface="Arial"/>
              <a:buChar char="•"/>
            </a:pPr>
            <a:r>
              <a:rPr lang="en-US" sz="1400" dirty="0">
                <a:ea typeface="+mn-lt"/>
                <a:cs typeface="+mn-lt"/>
              </a:rPr>
              <a:t>Use the backend to process the data and send a structured prompt to an AI model for recommendations.</a:t>
            </a:r>
            <a:endParaRPr lang="en-US" sz="1400" dirty="0"/>
          </a:p>
          <a:p>
            <a:pPr marL="742950" lvl="1" indent="-285750">
              <a:buFont typeface="Arial"/>
              <a:buChar char="•"/>
            </a:pPr>
            <a:r>
              <a:rPr lang="en-US" sz="1400" dirty="0">
                <a:ea typeface="+mn-lt"/>
                <a:cs typeface="+mn-lt"/>
              </a:rPr>
              <a:t>Display the recommended products on the frontend.</a:t>
            </a:r>
          </a:p>
          <a:p>
            <a:pPr marL="285750" indent="-285750">
              <a:buFont typeface="Arial"/>
              <a:buChar char="•"/>
            </a:pPr>
            <a:r>
              <a:rPr lang="en-US" sz="1400" b="1" dirty="0">
                <a:ea typeface="+mn-lt"/>
                <a:cs typeface="+mn-lt"/>
              </a:rPr>
              <a:t>Expected Outcome</a:t>
            </a:r>
            <a:r>
              <a:rPr lang="en-US" sz="1400" dirty="0">
                <a:ea typeface="+mn-lt"/>
                <a:cs typeface="+mn-lt"/>
              </a:rPr>
              <a:t>: The agent provides personalized product recommendations.</a:t>
            </a:r>
            <a:endParaRPr lang="en-US" sz="1400" dirty="0"/>
          </a:p>
          <a:p>
            <a:pPr marL="285750" indent="-285750">
              <a:buFont typeface="Arial"/>
              <a:buChar char="•"/>
            </a:pPr>
            <a:endParaRPr lang="en-US" sz="1400" dirty="0"/>
          </a:p>
          <a:p>
            <a:r>
              <a:rPr lang="en-US" sz="1400" b="1" dirty="0"/>
              <a:t>Exercise 3 (Hard): Task Automation Agent</a:t>
            </a:r>
            <a:endParaRPr lang="en-US" sz="1400" dirty="0"/>
          </a:p>
          <a:p>
            <a:pPr marL="285750" indent="-285750">
              <a:buFont typeface="Arial"/>
              <a:buChar char="•"/>
            </a:pPr>
            <a:r>
              <a:rPr lang="en-US" sz="1400" b="1" dirty="0">
                <a:ea typeface="+mn-lt"/>
                <a:cs typeface="+mn-lt"/>
              </a:rPr>
              <a:t>Objective</a:t>
            </a:r>
            <a:r>
              <a:rPr lang="en-US" sz="1400" dirty="0">
                <a:ea typeface="+mn-lt"/>
                <a:cs typeface="+mn-lt"/>
              </a:rPr>
              <a:t>: Create an AI agent that performs a sequence of tasks based on user instructions.</a:t>
            </a:r>
          </a:p>
          <a:p>
            <a:pPr marL="285750" indent="-285750">
              <a:buFont typeface="Arial"/>
              <a:buChar char="•"/>
            </a:pPr>
            <a:r>
              <a:rPr lang="en-US" sz="1400" b="1" dirty="0">
                <a:ea typeface="+mn-lt"/>
                <a:cs typeface="+mn-lt"/>
              </a:rPr>
              <a:t>Instructions</a:t>
            </a:r>
            <a:r>
              <a:rPr lang="en-US" sz="1400" dirty="0">
                <a:ea typeface="+mn-lt"/>
                <a:cs typeface="+mn-lt"/>
              </a:rPr>
              <a:t>:</a:t>
            </a:r>
          </a:p>
          <a:p>
            <a:pPr marL="742950" lvl="1" indent="-285750">
              <a:buFont typeface="Arial"/>
              <a:buChar char="•"/>
            </a:pPr>
            <a:r>
              <a:rPr lang="en-US" sz="1400" dirty="0">
                <a:ea typeface="+mn-lt"/>
                <a:cs typeface="+mn-lt"/>
              </a:rPr>
              <a:t>Build a web interface where users can enter tasks they want automated (e.g., “Send a report email every morning”).</a:t>
            </a:r>
            <a:endParaRPr lang="en-US" sz="1400" dirty="0"/>
          </a:p>
          <a:p>
            <a:pPr marL="742950" lvl="1" indent="-285750">
              <a:buFont typeface="Arial"/>
              <a:buChar char="•"/>
            </a:pPr>
            <a:r>
              <a:rPr lang="en-US" sz="1400" dirty="0">
                <a:ea typeface="+mn-lt"/>
                <a:cs typeface="+mn-lt"/>
              </a:rPr>
              <a:t>Configure the backend to interpret the instruction and simulate task automation using an AI model (e.g., generating email templates).</a:t>
            </a:r>
            <a:endParaRPr lang="en-US" sz="1400" dirty="0"/>
          </a:p>
          <a:p>
            <a:pPr marL="285750" indent="-285750">
              <a:buFont typeface="Arial"/>
              <a:buChar char="•"/>
            </a:pPr>
            <a:r>
              <a:rPr lang="en-US" sz="1400" b="1" dirty="0">
                <a:ea typeface="+mn-lt"/>
                <a:cs typeface="+mn-lt"/>
              </a:rPr>
              <a:t>Expected Outcome</a:t>
            </a:r>
            <a:r>
              <a:rPr lang="en-US" sz="1400" dirty="0">
                <a:ea typeface="+mn-lt"/>
                <a:cs typeface="+mn-lt"/>
              </a:rPr>
              <a:t>: An agent that can understand multi-step tasks and simulate their execution.</a:t>
            </a:r>
          </a:p>
          <a:p>
            <a:endParaRPr lang="en-US" sz="1400" b="1" dirty="0">
              <a:ea typeface="+mn-lt"/>
              <a:cs typeface="+mn-lt"/>
            </a:endParaRPr>
          </a:p>
        </p:txBody>
      </p:sp>
    </p:spTree>
    <p:extLst>
      <p:ext uri="{BB962C8B-B14F-4D97-AF65-F5344CB8AC3E}">
        <p14:creationId xmlns:p14="http://schemas.microsoft.com/office/powerpoint/2010/main" val="303365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E712D-CCDA-BD08-A769-2C8823E4C25E}"/>
              </a:ext>
            </a:extLst>
          </p:cNvPr>
          <p:cNvSpPr txBox="1"/>
          <p:nvPr/>
        </p:nvSpPr>
        <p:spPr>
          <a:xfrm>
            <a:off x="745309" y="187992"/>
            <a:ext cx="10736188"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Reference Links</a:t>
            </a:r>
          </a:p>
          <a:p>
            <a:pPr algn="ctr"/>
            <a:endParaRPr lang="en-US" dirty="0"/>
          </a:p>
          <a:p>
            <a:pPr algn="ctr"/>
            <a:endParaRPr lang="en-US" dirty="0">
              <a:ea typeface="+mn-lt"/>
              <a:cs typeface="+mn-lt"/>
            </a:endParaRPr>
          </a:p>
          <a:p>
            <a:pPr algn="just"/>
            <a:endParaRPr lang="en-US" sz="1400" dirty="0">
              <a:ea typeface="+mn-lt"/>
              <a:cs typeface="+mn-lt"/>
            </a:endParaRPr>
          </a:p>
          <a:p>
            <a:pPr algn="just"/>
            <a:r>
              <a:rPr lang="en-US" sz="1400" dirty="0">
                <a:ea typeface="+mn-lt"/>
                <a:cs typeface="+mn-lt"/>
                <a:hlinkClick r:id="rId2">
                  <a:extLst>
                    <a:ext uri="{A12FA001-AC4F-418D-AE19-62706E023703}">
                      <ahyp:hlinkClr xmlns:ahyp="http://schemas.microsoft.com/office/drawing/2018/hyperlinkcolor" val="tx"/>
                    </a:ext>
                  </a:extLst>
                </a:hlinkClick>
              </a:rPr>
              <a:t>https://medium.com/@aydinKerem/what-is-an-llm-agent-and-how-does-it-work-1d4d9e4381ca</a:t>
            </a:r>
            <a:endParaRPr lang="en-US" sz="1400">
              <a:ea typeface="+mn-lt"/>
              <a:cs typeface="+mn-lt"/>
            </a:endParaRPr>
          </a:p>
          <a:p>
            <a:pPr algn="just"/>
            <a:endParaRPr lang="en-US" sz="1400" dirty="0"/>
          </a:p>
          <a:p>
            <a:pPr algn="just"/>
            <a:r>
              <a:rPr lang="en-US" sz="1400" dirty="0">
                <a:ea typeface="+mn-lt"/>
                <a:cs typeface="+mn-lt"/>
                <a:hlinkClick r:id="rId3">
                  <a:extLst>
                    <a:ext uri="{A12FA001-AC4F-418D-AE19-62706E023703}">
                      <ahyp:hlinkClr xmlns:ahyp="http://schemas.microsoft.com/office/drawing/2018/hyperlinkcolor" val="tx"/>
                    </a:ext>
                  </a:extLst>
                </a:hlinkClick>
              </a:rPr>
              <a:t>https://www.ionio.ai/blog/what-is-llm-agent-ultimate-guide-to-llm-agent-with-technical-breakdown</a:t>
            </a:r>
            <a:endParaRPr lang="en-US" sz="1400">
              <a:hlinkClick r:id="" action="ppaction://noaction">
                <a:extLst>
                  <a:ext uri="{A12FA001-AC4F-418D-AE19-62706E023703}">
                    <ahyp:hlinkClr xmlns:ahyp="http://schemas.microsoft.com/office/drawing/2018/hyperlinkcolor" val="tx"/>
                  </a:ext>
                </a:extLst>
              </a:hlinkClick>
            </a:endParaRPr>
          </a:p>
          <a:p>
            <a:pPr algn="just"/>
            <a:endParaRPr lang="en-US" sz="1400" dirty="0"/>
          </a:p>
          <a:p>
            <a:pPr algn="just"/>
            <a:r>
              <a:rPr lang="en-US" sz="1400" dirty="0">
                <a:ea typeface="+mn-lt"/>
                <a:cs typeface="+mn-lt"/>
                <a:hlinkClick r:id="rId4">
                  <a:extLst>
                    <a:ext uri="{A12FA001-AC4F-418D-AE19-62706E023703}">
                      <ahyp:hlinkClr xmlns:ahyp="http://schemas.microsoft.com/office/drawing/2018/hyperlinkcolor" val="tx"/>
                    </a:ext>
                  </a:extLst>
                </a:hlinkClick>
              </a:rPr>
              <a:t>https://stablecog.com/blog/what-is-an-ai-agent</a:t>
            </a:r>
            <a:endParaRPr lang="en-US" sz="1400">
              <a:ea typeface="+mn-lt"/>
              <a:cs typeface="+mn-lt"/>
            </a:endParaRPr>
          </a:p>
          <a:p>
            <a:pPr algn="just"/>
            <a:endParaRPr lang="en-US" sz="1400" dirty="0">
              <a:ea typeface="+mn-lt"/>
              <a:cs typeface="+mn-lt"/>
            </a:endParaRPr>
          </a:p>
          <a:p>
            <a:pPr algn="just"/>
            <a:r>
              <a:rPr lang="en-US" sz="1400" dirty="0">
                <a:ea typeface="+mn-lt"/>
                <a:cs typeface="+mn-lt"/>
                <a:hlinkClick r:id="rId5">
                  <a:extLst>
                    <a:ext uri="{A12FA001-AC4F-418D-AE19-62706E023703}">
                      <ahyp:hlinkClr xmlns:ahyp="http://schemas.microsoft.com/office/drawing/2018/hyperlinkcolor" val="tx"/>
                    </a:ext>
                  </a:extLst>
                </a:hlinkClick>
              </a:rPr>
              <a:t>https://www.brainvire.com/blog/understanding-ai-agents-features-applications-and-deployment/</a:t>
            </a:r>
            <a:endParaRPr lang="en-US" sz="1400">
              <a:hlinkClick r:id="" action="ppaction://noaction">
                <a:extLst>
                  <a:ext uri="{A12FA001-AC4F-418D-AE19-62706E023703}">
                    <ahyp:hlinkClr xmlns:ahyp="http://schemas.microsoft.com/office/drawing/2018/hyperlinkcolor" val="tx"/>
                  </a:ext>
                </a:extLst>
              </a:hlinkClick>
            </a:endParaRPr>
          </a:p>
          <a:p>
            <a:pPr algn="just"/>
            <a:endParaRPr lang="en-US" sz="1400" dirty="0"/>
          </a:p>
          <a:p>
            <a:pPr algn="just"/>
            <a:r>
              <a:rPr lang="en-US" sz="1400" dirty="0">
                <a:ea typeface="+mn-lt"/>
                <a:cs typeface="+mn-lt"/>
                <a:hlinkClick r:id="rId6">
                  <a:extLst>
                    <a:ext uri="{A12FA001-AC4F-418D-AE19-62706E023703}">
                      <ahyp:hlinkClr xmlns:ahyp="http://schemas.microsoft.com/office/drawing/2018/hyperlinkcolor" val="tx"/>
                    </a:ext>
                  </a:extLst>
                </a:hlinkClick>
              </a:rPr>
              <a:t>https://www.linkedin.com/pulse/agent-ai-new-era-intelligent-app-development-tarun-sharma-laffc/</a:t>
            </a:r>
            <a:endParaRPr lang="en-US" sz="1400">
              <a:hlinkClick r:id="rId6">
                <a:extLst>
                  <a:ext uri="{A12FA001-AC4F-418D-AE19-62706E023703}">
                    <ahyp:hlinkClr xmlns:ahyp="http://schemas.microsoft.com/office/drawing/2018/hyperlinkcolor" val="tx"/>
                  </a:ext>
                </a:extLst>
              </a:hlinkClick>
            </a:endParaRPr>
          </a:p>
          <a:p>
            <a:pPr algn="just"/>
            <a:endParaRPr lang="en-US" sz="1400" dirty="0">
              <a:solidFill>
                <a:srgbClr val="000000"/>
              </a:solidFill>
            </a:endParaRPr>
          </a:p>
          <a:p>
            <a:pPr algn="just"/>
            <a:r>
              <a:rPr lang="en-US" sz="1400" dirty="0">
                <a:ea typeface="+mn-lt"/>
                <a:cs typeface="+mn-lt"/>
                <a:hlinkClick r:id="rId7">
                  <a:extLst>
                    <a:ext uri="{A12FA001-AC4F-418D-AE19-62706E023703}">
                      <ahyp:hlinkClr xmlns:ahyp="http://schemas.microsoft.com/office/drawing/2018/hyperlinkcolor" val="tx"/>
                    </a:ext>
                  </a:extLst>
                </a:hlinkClick>
              </a:rPr>
              <a:t>https://platform.openai.com/docs/overview</a:t>
            </a:r>
            <a:endParaRPr lang="en-US">
              <a:hlinkClick r:id="rId7">
                <a:extLst>
                  <a:ext uri="{A12FA001-AC4F-418D-AE19-62706E023703}">
                    <ahyp:hlinkClr xmlns:ahyp="http://schemas.microsoft.com/office/drawing/2018/hyperlinkcolor" val="tx"/>
                  </a:ext>
                </a:extLst>
              </a:hlinkClick>
            </a:endParaRPr>
          </a:p>
          <a:p>
            <a:pPr algn="just"/>
            <a:endParaRPr lang="en-US" sz="1400" dirty="0">
              <a:ea typeface="+mn-lt"/>
              <a:cs typeface="+mn-lt"/>
            </a:endParaRPr>
          </a:p>
          <a:p>
            <a:pPr algn="just"/>
            <a:r>
              <a:rPr lang="en-US" sz="1400" dirty="0">
                <a:ea typeface="+mn-lt"/>
                <a:cs typeface="+mn-lt"/>
                <a:hlinkClick r:id="rId8">
                  <a:extLst>
                    <a:ext uri="{A12FA001-AC4F-418D-AE19-62706E023703}">
                      <ahyp:hlinkClr xmlns:ahyp="http://schemas.microsoft.com/office/drawing/2018/hyperlinkcolor" val="tx"/>
                    </a:ext>
                  </a:extLst>
                </a:hlinkClick>
              </a:rPr>
              <a:t>https://zapier.com/blog/claude-api/</a:t>
            </a:r>
            <a:endParaRPr lang="en-US" sz="1400">
              <a:hlinkClick r:id="" action="ppaction://noaction">
                <a:extLst>
                  <a:ext uri="{A12FA001-AC4F-418D-AE19-62706E023703}">
                    <ahyp:hlinkClr xmlns:ahyp="http://schemas.microsoft.com/office/drawing/2018/hyperlinkcolor" val="tx"/>
                  </a:ext>
                </a:extLst>
              </a:hlinkClick>
            </a:endParaRPr>
          </a:p>
          <a:p>
            <a:pPr algn="just"/>
            <a:endParaRPr lang="en-US" sz="1400" dirty="0">
              <a:ea typeface="+mn-lt"/>
              <a:cs typeface="+mn-lt"/>
            </a:endParaRPr>
          </a:p>
          <a:p>
            <a:pPr algn="just"/>
            <a:r>
              <a:rPr lang="en-US" sz="1400" dirty="0">
                <a:ea typeface="+mn-lt"/>
                <a:cs typeface="+mn-lt"/>
                <a:hlinkClick r:id="rId9">
                  <a:extLst>
                    <a:ext uri="{A12FA001-AC4F-418D-AE19-62706E023703}">
                      <ahyp:hlinkClr xmlns:ahyp="http://schemas.microsoft.com/office/drawing/2018/hyperlinkcolor" val="tx"/>
                    </a:ext>
                  </a:extLst>
                </a:hlinkClick>
              </a:rPr>
              <a:t>https://docs.anthropic.com/en/api/getting-started</a:t>
            </a:r>
            <a:endParaRPr lang="en-US" sz="1400" dirty="0">
              <a:hlinkClick r:id="rId9">
                <a:extLst>
                  <a:ext uri="{A12FA001-AC4F-418D-AE19-62706E023703}">
                    <ahyp:hlinkClr xmlns:ahyp="http://schemas.microsoft.com/office/drawing/2018/hyperlinkcolor" val="tx"/>
                  </a:ext>
                </a:extLst>
              </a:hlinkClick>
            </a:endParaRPr>
          </a:p>
          <a:p>
            <a:pPr algn="just"/>
            <a:endParaRPr lang="en-US" sz="1400" dirty="0">
              <a:solidFill>
                <a:srgbClr val="0D0D0D"/>
              </a:solidFill>
            </a:endParaRPr>
          </a:p>
          <a:p>
            <a:pPr algn="just"/>
            <a:endParaRPr lang="en-US" sz="1400" dirty="0">
              <a:solidFill>
                <a:srgbClr val="0D0D0D"/>
              </a:solidFill>
            </a:endParaRPr>
          </a:p>
          <a:p>
            <a:pPr algn="just"/>
            <a:endParaRPr lang="en-US" sz="1400" dirty="0">
              <a:solidFill>
                <a:srgbClr val="0D0D0D"/>
              </a:solidFill>
            </a:endParaRPr>
          </a:p>
          <a:p>
            <a:pPr algn="ctr"/>
            <a:endParaRPr lang="en-US" sz="1400" dirty="0">
              <a:solidFill>
                <a:srgbClr val="000000"/>
              </a:solidFill>
            </a:endParaRPr>
          </a:p>
        </p:txBody>
      </p:sp>
    </p:spTree>
    <p:extLst>
      <p:ext uri="{BB962C8B-B14F-4D97-AF65-F5344CB8AC3E}">
        <p14:creationId xmlns:p14="http://schemas.microsoft.com/office/powerpoint/2010/main" val="3541783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text on a black background&#10;&#10;Description automatically generated">
            <a:extLst>
              <a:ext uri="{FF2B5EF4-FFF2-40B4-BE49-F238E27FC236}">
                <a16:creationId xmlns:a16="http://schemas.microsoft.com/office/drawing/2014/main" id="{D785E69B-5295-B8F0-EEB5-F45D42370707}"/>
              </a:ext>
            </a:extLst>
          </p:cNvPr>
          <p:cNvPicPr>
            <a:picLocks noChangeAspect="1"/>
          </p:cNvPicPr>
          <p:nvPr/>
        </p:nvPicPr>
        <p:blipFill>
          <a:blip r:embed="rId2"/>
          <a:stretch>
            <a:fillRect/>
          </a:stretch>
        </p:blipFill>
        <p:spPr>
          <a:xfrm>
            <a:off x="0" y="2928"/>
            <a:ext cx="12192000" cy="6852145"/>
          </a:xfrm>
          <a:prstGeom prst="rect">
            <a:avLst/>
          </a:prstGeom>
        </p:spPr>
      </p:pic>
    </p:spTree>
    <p:extLst>
      <p:ext uri="{BB962C8B-B14F-4D97-AF65-F5344CB8AC3E}">
        <p14:creationId xmlns:p14="http://schemas.microsoft.com/office/powerpoint/2010/main" val="8571159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765</cp:revision>
  <dcterms:created xsi:type="dcterms:W3CDTF">2024-10-18T02:53:38Z</dcterms:created>
  <dcterms:modified xsi:type="dcterms:W3CDTF">2024-11-21T21:10:00Z</dcterms:modified>
</cp:coreProperties>
</file>