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7" r:id="rId4"/>
    <p:sldId id="268" r:id="rId5"/>
    <p:sldId id="258" r:id="rId6"/>
    <p:sldId id="270" r:id="rId7"/>
    <p:sldId id="260" r:id="rId8"/>
    <p:sldId id="261" r:id="rId9"/>
    <p:sldId id="269" r:id="rId10"/>
    <p:sldId id="26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0EF610-99B0-45A7-8A26-0CCDB53709C7}" v="142" dt="2024-11-13T19:26:42.787"/>
    <p1510:client id="{DABA2151-6A21-4BD0-8C91-EB19F7190386}" v="6" dt="2024-11-15T02:36:05.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ctor Triana Lopez" userId="lNhGNRoEKTjvpZNftWYK8DHNXS2CM1UtyBegtxjJlqY=" providerId="None" clId="Web-{EC4159DB-0C9B-4E53-9E96-FBC75B52D2D8}"/>
    <pc:docChg chg="addSld modSld addMainMaster delMainMaster">
      <pc:chgData name="Hector Triana Lopez" userId="lNhGNRoEKTjvpZNftWYK8DHNXS2CM1UtyBegtxjJlqY=" providerId="None" clId="Web-{EC4159DB-0C9B-4E53-9E96-FBC75B52D2D8}" dt="2024-10-18T03:42:25.868" v="518"/>
      <pc:docMkLst>
        <pc:docMk/>
      </pc:docMkLst>
      <pc:sldChg chg="addSp delSp modSp mod modClrScheme chgLayout">
        <pc:chgData name="Hector Triana Lopez" userId="lNhGNRoEKTjvpZNftWYK8DHNXS2CM1UtyBegtxjJlqY=" providerId="None" clId="Web-{EC4159DB-0C9B-4E53-9E96-FBC75B52D2D8}" dt="2024-10-18T03:00:05.447" v="46"/>
        <pc:sldMkLst>
          <pc:docMk/>
          <pc:sldMk cId="109857222" sldId="256"/>
        </pc:sldMkLst>
        <pc:spChg chg="del">
          <ac:chgData name="Hector Triana Lopez" userId="lNhGNRoEKTjvpZNftWYK8DHNXS2CM1UtyBegtxjJlqY=" providerId="None" clId="Web-{EC4159DB-0C9B-4E53-9E96-FBC75B52D2D8}" dt="2024-10-18T02:55:59.203" v="0"/>
          <ac:spMkLst>
            <pc:docMk/>
            <pc:sldMk cId="109857222" sldId="256"/>
            <ac:spMk id="2" creationId="{00000000-0000-0000-0000-000000000000}"/>
          </ac:spMkLst>
        </pc:spChg>
        <pc:spChg chg="del">
          <ac:chgData name="Hector Triana Lopez" userId="lNhGNRoEKTjvpZNftWYK8DHNXS2CM1UtyBegtxjJlqY=" providerId="None" clId="Web-{EC4159DB-0C9B-4E53-9E96-FBC75B52D2D8}" dt="2024-10-18T02:56:01.063" v="1"/>
          <ac:spMkLst>
            <pc:docMk/>
            <pc:sldMk cId="109857222" sldId="256"/>
            <ac:spMk id="3" creationId="{00000000-0000-0000-0000-000000000000}"/>
          </ac:spMkLst>
        </pc:spChg>
        <pc:spChg chg="add mod">
          <ac:chgData name="Hector Triana Lopez" userId="lNhGNRoEKTjvpZNftWYK8DHNXS2CM1UtyBegtxjJlqY=" providerId="None" clId="Web-{EC4159DB-0C9B-4E53-9E96-FBC75B52D2D8}" dt="2024-10-18T02:57:21.270" v="41" actId="20577"/>
          <ac:spMkLst>
            <pc:docMk/>
            <pc:sldMk cId="109857222" sldId="256"/>
            <ac:spMk id="5" creationId="{524E7710-9BBE-3049-927A-5CB8DFA4FBE4}"/>
          </ac:spMkLst>
        </pc:spChg>
        <pc:picChg chg="add mod">
          <ac:chgData name="Hector Triana Lopez" userId="lNhGNRoEKTjvpZNftWYK8DHNXS2CM1UtyBegtxjJlqY=" providerId="None" clId="Web-{EC4159DB-0C9B-4E53-9E96-FBC75B52D2D8}" dt="2024-10-18T02:56:04.938" v="3" actId="1076"/>
          <ac:picMkLst>
            <pc:docMk/>
            <pc:sldMk cId="109857222" sldId="256"/>
            <ac:picMk id="4" creationId="{E7736100-1C19-0470-B7C9-75FF9FCF02A0}"/>
          </ac:picMkLst>
        </pc:picChg>
      </pc:sldChg>
      <pc:sldChg chg="addSp delSp modSp new mod modClrScheme chgLayout">
        <pc:chgData name="Hector Triana Lopez" userId="lNhGNRoEKTjvpZNftWYK8DHNXS2CM1UtyBegtxjJlqY=" providerId="None" clId="Web-{EC4159DB-0C9B-4E53-9E96-FBC75B52D2D8}" dt="2024-10-18T03:02:59.240" v="80" actId="1076"/>
        <pc:sldMkLst>
          <pc:docMk/>
          <pc:sldMk cId="205415128" sldId="257"/>
        </pc:sldMkLst>
        <pc:spChg chg="del">
          <ac:chgData name="Hector Triana Lopez" userId="lNhGNRoEKTjvpZNftWYK8DHNXS2CM1UtyBegtxjJlqY=" providerId="None" clId="Web-{EC4159DB-0C9B-4E53-9E96-FBC75B52D2D8}" dt="2024-10-18T02:57:58.662" v="43"/>
          <ac:spMkLst>
            <pc:docMk/>
            <pc:sldMk cId="205415128" sldId="257"/>
            <ac:spMk id="2" creationId="{977F2881-6B19-760D-3554-A0A1F849B177}"/>
          </ac:spMkLst>
        </pc:spChg>
        <pc:spChg chg="del">
          <ac:chgData name="Hector Triana Lopez" userId="lNhGNRoEKTjvpZNftWYK8DHNXS2CM1UtyBegtxjJlqY=" providerId="None" clId="Web-{EC4159DB-0C9B-4E53-9E96-FBC75B52D2D8}" dt="2024-10-18T02:58:00.850" v="44"/>
          <ac:spMkLst>
            <pc:docMk/>
            <pc:sldMk cId="205415128" sldId="257"/>
            <ac:spMk id="3" creationId="{AB7D7ABF-05B3-FB5D-4AD8-9F605D71B664}"/>
          </ac:spMkLst>
        </pc:spChg>
        <pc:spChg chg="add mod">
          <ac:chgData name="Hector Triana Lopez" userId="lNhGNRoEKTjvpZNftWYK8DHNXS2CM1UtyBegtxjJlqY=" providerId="None" clId="Web-{EC4159DB-0C9B-4E53-9E96-FBC75B52D2D8}" dt="2024-10-18T03:02:14.880" v="62" actId="1076"/>
          <ac:spMkLst>
            <pc:docMk/>
            <pc:sldMk cId="205415128" sldId="257"/>
            <ac:spMk id="4" creationId="{23BD9D59-B0B6-F06D-D922-AAA3AA001612}"/>
          </ac:spMkLst>
        </pc:spChg>
        <pc:spChg chg="add mod">
          <ac:chgData name="Hector Triana Lopez" userId="lNhGNRoEKTjvpZNftWYK8DHNXS2CM1UtyBegtxjJlqY=" providerId="None" clId="Web-{EC4159DB-0C9B-4E53-9E96-FBC75B52D2D8}" dt="2024-10-18T03:02:53.818" v="78" actId="20577"/>
          <ac:spMkLst>
            <pc:docMk/>
            <pc:sldMk cId="205415128" sldId="257"/>
            <ac:spMk id="5" creationId="{A47A22CD-F09D-AE5F-9D39-CFCC3F8EFC9B}"/>
          </ac:spMkLst>
        </pc:spChg>
        <pc:picChg chg="add mod">
          <ac:chgData name="Hector Triana Lopez" userId="lNhGNRoEKTjvpZNftWYK8DHNXS2CM1UtyBegtxjJlqY=" providerId="None" clId="Web-{EC4159DB-0C9B-4E53-9E96-FBC75B52D2D8}" dt="2024-10-18T03:02:59.240" v="80" actId="1076"/>
          <ac:picMkLst>
            <pc:docMk/>
            <pc:sldMk cId="205415128" sldId="257"/>
            <ac:picMk id="6" creationId="{0658E172-0992-C5E4-1FF4-B5D3950F589A}"/>
          </ac:picMkLst>
        </pc:picChg>
      </pc:sldChg>
      <pc:sldChg chg="addSp modSp new">
        <pc:chgData name="Hector Triana Lopez" userId="lNhGNRoEKTjvpZNftWYK8DHNXS2CM1UtyBegtxjJlqY=" providerId="None" clId="Web-{EC4159DB-0C9B-4E53-9E96-FBC75B52D2D8}" dt="2024-10-18T03:06:43.482" v="114" actId="1076"/>
        <pc:sldMkLst>
          <pc:docMk/>
          <pc:sldMk cId="2423518267" sldId="258"/>
        </pc:sldMkLst>
        <pc:spChg chg="add mod">
          <ac:chgData name="Hector Triana Lopez" userId="lNhGNRoEKTjvpZNftWYK8DHNXS2CM1UtyBegtxjJlqY=" providerId="None" clId="Web-{EC4159DB-0C9B-4E53-9E96-FBC75B52D2D8}" dt="2024-10-18T03:05:29.651" v="100" actId="1076"/>
          <ac:spMkLst>
            <pc:docMk/>
            <pc:sldMk cId="2423518267" sldId="258"/>
            <ac:spMk id="4" creationId="{E7409DC5-F417-C79E-B569-117BA56F35E6}"/>
          </ac:spMkLst>
        </pc:spChg>
        <pc:spChg chg="add mod">
          <ac:chgData name="Hector Triana Lopez" userId="lNhGNRoEKTjvpZNftWYK8DHNXS2CM1UtyBegtxjJlqY=" providerId="None" clId="Web-{EC4159DB-0C9B-4E53-9E96-FBC75B52D2D8}" dt="2024-10-18T03:06:17.403" v="108" actId="1076"/>
          <ac:spMkLst>
            <pc:docMk/>
            <pc:sldMk cId="2423518267" sldId="258"/>
            <ac:spMk id="5" creationId="{AE41CB5C-18DE-AEBB-10E7-9412C23A1F27}"/>
          </ac:spMkLst>
        </pc:spChg>
        <pc:picChg chg="add mod">
          <ac:chgData name="Hector Triana Lopez" userId="lNhGNRoEKTjvpZNftWYK8DHNXS2CM1UtyBegtxjJlqY=" providerId="None" clId="Web-{EC4159DB-0C9B-4E53-9E96-FBC75B52D2D8}" dt="2024-10-18T03:06:41.419" v="113" actId="1076"/>
          <ac:picMkLst>
            <pc:docMk/>
            <pc:sldMk cId="2423518267" sldId="258"/>
            <ac:picMk id="2" creationId="{F2B030FD-AC4C-0154-1CD2-70BF28D94A00}"/>
          </ac:picMkLst>
        </pc:picChg>
        <pc:picChg chg="add mod">
          <ac:chgData name="Hector Triana Lopez" userId="lNhGNRoEKTjvpZNftWYK8DHNXS2CM1UtyBegtxjJlqY=" providerId="None" clId="Web-{EC4159DB-0C9B-4E53-9E96-FBC75B52D2D8}" dt="2024-10-18T03:06:43.482" v="114" actId="1076"/>
          <ac:picMkLst>
            <pc:docMk/>
            <pc:sldMk cId="2423518267" sldId="258"/>
            <ac:picMk id="3" creationId="{BDBD9C9C-DF6F-DFA6-1EFE-12F37E6E7BD8}"/>
          </ac:picMkLst>
        </pc:picChg>
      </pc:sldChg>
      <pc:sldChg chg="addSp modSp new">
        <pc:chgData name="Hector Triana Lopez" userId="lNhGNRoEKTjvpZNftWYK8DHNXS2CM1UtyBegtxjJlqY=" providerId="None" clId="Web-{EC4159DB-0C9B-4E53-9E96-FBC75B52D2D8}" dt="2024-10-18T03:11:16.678" v="184" actId="1076"/>
        <pc:sldMkLst>
          <pc:docMk/>
          <pc:sldMk cId="2177410942" sldId="259"/>
        </pc:sldMkLst>
        <pc:spChg chg="add mod">
          <ac:chgData name="Hector Triana Lopez" userId="lNhGNRoEKTjvpZNftWYK8DHNXS2CM1UtyBegtxjJlqY=" providerId="None" clId="Web-{EC4159DB-0C9B-4E53-9E96-FBC75B52D2D8}" dt="2024-10-18T03:09:45.550" v="165"/>
          <ac:spMkLst>
            <pc:docMk/>
            <pc:sldMk cId="2177410942" sldId="259"/>
            <ac:spMk id="2" creationId="{0E9E773C-F16D-954C-8B74-9BBBC8E34DBE}"/>
          </ac:spMkLst>
        </pc:spChg>
        <pc:spChg chg="add mod">
          <ac:chgData name="Hector Triana Lopez" userId="lNhGNRoEKTjvpZNftWYK8DHNXS2CM1UtyBegtxjJlqY=" providerId="None" clId="Web-{EC4159DB-0C9B-4E53-9E96-FBC75B52D2D8}" dt="2024-10-18T03:11:15.568" v="183" actId="1076"/>
          <ac:spMkLst>
            <pc:docMk/>
            <pc:sldMk cId="2177410942" sldId="259"/>
            <ac:spMk id="4" creationId="{00DC6913-AF25-CDCC-1372-C0EF36C72115}"/>
          </ac:spMkLst>
        </pc:spChg>
        <pc:picChg chg="add mod">
          <ac:chgData name="Hector Triana Lopez" userId="lNhGNRoEKTjvpZNftWYK8DHNXS2CM1UtyBegtxjJlqY=" providerId="None" clId="Web-{EC4159DB-0C9B-4E53-9E96-FBC75B52D2D8}" dt="2024-10-18T03:11:16.678" v="184" actId="1076"/>
          <ac:picMkLst>
            <pc:docMk/>
            <pc:sldMk cId="2177410942" sldId="259"/>
            <ac:picMk id="3" creationId="{5BAB3CE8-FA8B-0374-6665-9E094001A5F0}"/>
          </ac:picMkLst>
        </pc:picChg>
      </pc:sldChg>
      <pc:sldChg chg="addSp modSp new">
        <pc:chgData name="Hector Triana Lopez" userId="lNhGNRoEKTjvpZNftWYK8DHNXS2CM1UtyBegtxjJlqY=" providerId="None" clId="Web-{EC4159DB-0C9B-4E53-9E96-FBC75B52D2D8}" dt="2024-10-18T03:24:47.192" v="221" actId="1076"/>
        <pc:sldMkLst>
          <pc:docMk/>
          <pc:sldMk cId="3446434520" sldId="260"/>
        </pc:sldMkLst>
        <pc:spChg chg="add mod">
          <ac:chgData name="Hector Triana Lopez" userId="lNhGNRoEKTjvpZNftWYK8DHNXS2CM1UtyBegtxjJlqY=" providerId="None" clId="Web-{EC4159DB-0C9B-4E53-9E96-FBC75B52D2D8}" dt="2024-10-18T03:12:22.742" v="194" actId="20577"/>
          <ac:spMkLst>
            <pc:docMk/>
            <pc:sldMk cId="3446434520" sldId="260"/>
            <ac:spMk id="2" creationId="{53F6117F-E69D-3BDF-0FDD-0A88CF949B86}"/>
          </ac:spMkLst>
        </pc:spChg>
        <pc:spChg chg="add mod">
          <ac:chgData name="Hector Triana Lopez" userId="lNhGNRoEKTjvpZNftWYK8DHNXS2CM1UtyBegtxjJlqY=" providerId="None" clId="Web-{EC4159DB-0C9B-4E53-9E96-FBC75B52D2D8}" dt="2024-10-18T03:24:47.192" v="221" actId="1076"/>
          <ac:spMkLst>
            <pc:docMk/>
            <pc:sldMk cId="3446434520" sldId="260"/>
            <ac:spMk id="5" creationId="{5EA0F0E4-3FC5-4455-C4A2-0D351A0520FB}"/>
          </ac:spMkLst>
        </pc:spChg>
        <pc:picChg chg="add mod">
          <ac:chgData name="Hector Triana Lopez" userId="lNhGNRoEKTjvpZNftWYK8DHNXS2CM1UtyBegtxjJlqY=" providerId="None" clId="Web-{EC4159DB-0C9B-4E53-9E96-FBC75B52D2D8}" dt="2024-10-18T03:13:55.526" v="198" actId="1076"/>
          <ac:picMkLst>
            <pc:docMk/>
            <pc:sldMk cId="3446434520" sldId="260"/>
            <ac:picMk id="3" creationId="{F569A88F-B6F8-6EC6-2750-C84007FE75D5}"/>
          </ac:picMkLst>
        </pc:picChg>
        <pc:picChg chg="add mod">
          <ac:chgData name="Hector Triana Lopez" userId="lNhGNRoEKTjvpZNftWYK8DHNXS2CM1UtyBegtxjJlqY=" providerId="None" clId="Web-{EC4159DB-0C9B-4E53-9E96-FBC75B52D2D8}" dt="2024-10-18T03:14:44.481" v="202" actId="14100"/>
          <ac:picMkLst>
            <pc:docMk/>
            <pc:sldMk cId="3446434520" sldId="260"/>
            <ac:picMk id="4" creationId="{E2F2DD8E-53A6-ABF1-07C7-FF380F079A12}"/>
          </ac:picMkLst>
        </pc:picChg>
      </pc:sldChg>
      <pc:sldChg chg="addSp modSp new">
        <pc:chgData name="Hector Triana Lopez" userId="lNhGNRoEKTjvpZNftWYK8DHNXS2CM1UtyBegtxjJlqY=" providerId="None" clId="Web-{EC4159DB-0C9B-4E53-9E96-FBC75B52D2D8}" dt="2024-10-18T03:31:17.173" v="266" actId="14100"/>
        <pc:sldMkLst>
          <pc:docMk/>
          <pc:sldMk cId="2448954374" sldId="261"/>
        </pc:sldMkLst>
        <pc:spChg chg="add mod">
          <ac:chgData name="Hector Triana Lopez" userId="lNhGNRoEKTjvpZNftWYK8DHNXS2CM1UtyBegtxjJlqY=" providerId="None" clId="Web-{EC4159DB-0C9B-4E53-9E96-FBC75B52D2D8}" dt="2024-10-18T03:26:25.179" v="230" actId="20577"/>
          <ac:spMkLst>
            <pc:docMk/>
            <pc:sldMk cId="2448954374" sldId="261"/>
            <ac:spMk id="2" creationId="{C2DF9E11-F798-ACD3-2E76-1259C1D5911C}"/>
          </ac:spMkLst>
        </pc:spChg>
        <pc:spChg chg="add mod">
          <ac:chgData name="Hector Triana Lopez" userId="lNhGNRoEKTjvpZNftWYK8DHNXS2CM1UtyBegtxjJlqY=" providerId="None" clId="Web-{EC4159DB-0C9B-4E53-9E96-FBC75B52D2D8}" dt="2024-10-18T03:31:14.298" v="264" actId="1076"/>
          <ac:spMkLst>
            <pc:docMk/>
            <pc:sldMk cId="2448954374" sldId="261"/>
            <ac:spMk id="3" creationId="{204244AB-2BB5-6F2A-6309-6D4017E91914}"/>
          </ac:spMkLst>
        </pc:spChg>
        <pc:picChg chg="add mod">
          <ac:chgData name="Hector Triana Lopez" userId="lNhGNRoEKTjvpZNftWYK8DHNXS2CM1UtyBegtxjJlqY=" providerId="None" clId="Web-{EC4159DB-0C9B-4E53-9E96-FBC75B52D2D8}" dt="2024-10-18T03:30:22.265" v="259" actId="1076"/>
          <ac:picMkLst>
            <pc:docMk/>
            <pc:sldMk cId="2448954374" sldId="261"/>
            <ac:picMk id="4" creationId="{122AB780-F627-AB1E-441F-1A7840589BBC}"/>
          </ac:picMkLst>
        </pc:picChg>
        <pc:picChg chg="add mod">
          <ac:chgData name="Hector Triana Lopez" userId="lNhGNRoEKTjvpZNftWYK8DHNXS2CM1UtyBegtxjJlqY=" providerId="None" clId="Web-{EC4159DB-0C9B-4E53-9E96-FBC75B52D2D8}" dt="2024-10-18T03:30:45.735" v="261" actId="1076"/>
          <ac:picMkLst>
            <pc:docMk/>
            <pc:sldMk cId="2448954374" sldId="261"/>
            <ac:picMk id="5" creationId="{7FF10CD5-D47B-0E67-C23C-225F5080B938}"/>
          </ac:picMkLst>
        </pc:picChg>
        <pc:picChg chg="add mod">
          <ac:chgData name="Hector Triana Lopez" userId="lNhGNRoEKTjvpZNftWYK8DHNXS2CM1UtyBegtxjJlqY=" providerId="None" clId="Web-{EC4159DB-0C9B-4E53-9E96-FBC75B52D2D8}" dt="2024-10-18T03:31:17.173" v="266" actId="14100"/>
          <ac:picMkLst>
            <pc:docMk/>
            <pc:sldMk cId="2448954374" sldId="261"/>
            <ac:picMk id="6" creationId="{A75BE47E-410F-0C64-D663-6DF607657B02}"/>
          </ac:picMkLst>
        </pc:picChg>
      </pc:sldChg>
      <pc:sldChg chg="addSp modSp new">
        <pc:chgData name="Hector Triana Lopez" userId="lNhGNRoEKTjvpZNftWYK8DHNXS2CM1UtyBegtxjJlqY=" providerId="None" clId="Web-{EC4159DB-0C9B-4E53-9E96-FBC75B52D2D8}" dt="2024-10-18T03:39:01.705" v="431" actId="1076"/>
        <pc:sldMkLst>
          <pc:docMk/>
          <pc:sldMk cId="303365160" sldId="262"/>
        </pc:sldMkLst>
        <pc:spChg chg="add mod">
          <ac:chgData name="Hector Triana Lopez" userId="lNhGNRoEKTjvpZNftWYK8DHNXS2CM1UtyBegtxjJlqY=" providerId="None" clId="Web-{EC4159DB-0C9B-4E53-9E96-FBC75B52D2D8}" dt="2024-10-18T03:32:12.441" v="273" actId="20577"/>
          <ac:spMkLst>
            <pc:docMk/>
            <pc:sldMk cId="303365160" sldId="262"/>
            <ac:spMk id="2" creationId="{7F6CEE9E-CA3F-07DE-7992-5C5404490F37}"/>
          </ac:spMkLst>
        </pc:spChg>
        <pc:spChg chg="add mod">
          <ac:chgData name="Hector Triana Lopez" userId="lNhGNRoEKTjvpZNftWYK8DHNXS2CM1UtyBegtxjJlqY=" providerId="None" clId="Web-{EC4159DB-0C9B-4E53-9E96-FBC75B52D2D8}" dt="2024-10-18T03:39:01.705" v="431" actId="1076"/>
          <ac:spMkLst>
            <pc:docMk/>
            <pc:sldMk cId="303365160" sldId="262"/>
            <ac:spMk id="3" creationId="{15A950E1-B4D4-A06B-19A4-15B9FFB5788A}"/>
          </ac:spMkLst>
        </pc:spChg>
      </pc:sldChg>
      <pc:sldChg chg="addSp modSp new">
        <pc:chgData name="Hector Triana Lopez" userId="lNhGNRoEKTjvpZNftWYK8DHNXS2CM1UtyBegtxjJlqY=" providerId="None" clId="Web-{EC4159DB-0C9B-4E53-9E96-FBC75B52D2D8}" dt="2024-10-18T03:41:17.694" v="516" actId="14100"/>
        <pc:sldMkLst>
          <pc:docMk/>
          <pc:sldMk cId="3541783162" sldId="263"/>
        </pc:sldMkLst>
        <pc:spChg chg="add mod">
          <ac:chgData name="Hector Triana Lopez" userId="lNhGNRoEKTjvpZNftWYK8DHNXS2CM1UtyBegtxjJlqY=" providerId="None" clId="Web-{EC4159DB-0C9B-4E53-9E96-FBC75B52D2D8}" dt="2024-10-18T03:41:17.694" v="516" actId="14100"/>
          <ac:spMkLst>
            <pc:docMk/>
            <pc:sldMk cId="3541783162" sldId="263"/>
            <ac:spMk id="3" creationId="{EBFE712D-CCDA-BD08-A769-2C8823E4C25E}"/>
          </ac:spMkLst>
        </pc:spChg>
      </pc:sldChg>
      <pc:sldChg chg="addSp modSp new">
        <pc:chgData name="Hector Triana Lopez" userId="lNhGNRoEKTjvpZNftWYK8DHNXS2CM1UtyBegtxjJlqY=" providerId="None" clId="Web-{EC4159DB-0C9B-4E53-9E96-FBC75B52D2D8}" dt="2024-10-18T03:42:25.868" v="518"/>
        <pc:sldMkLst>
          <pc:docMk/>
          <pc:sldMk cId="857115922" sldId="264"/>
        </pc:sldMkLst>
        <pc:picChg chg="add mod">
          <ac:chgData name="Hector Triana Lopez" userId="lNhGNRoEKTjvpZNftWYK8DHNXS2CM1UtyBegtxjJlqY=" providerId="None" clId="Web-{EC4159DB-0C9B-4E53-9E96-FBC75B52D2D8}" dt="2024-10-18T03:42:25.868" v="518"/>
          <ac:picMkLst>
            <pc:docMk/>
            <pc:sldMk cId="857115922" sldId="264"/>
            <ac:picMk id="2" creationId="{D785E69B-5295-B8F0-EEB5-F45D42370707}"/>
          </ac:picMkLst>
        </pc:picChg>
      </pc:sldChg>
      <pc:sldMasterChg chg="del delSldLayout">
        <pc:chgData name="Hector Triana Lopez" userId="lNhGNRoEKTjvpZNftWYK8DHNXS2CM1UtyBegtxjJlqY=" providerId="None" clId="Web-{EC4159DB-0C9B-4E53-9E96-FBC75B52D2D8}" dt="2024-10-18T03:00:05.447" v="46"/>
        <pc:sldMasterMkLst>
          <pc:docMk/>
          <pc:sldMasterMk cId="2460954070" sldId="2147483660"/>
        </pc:sldMasterMkLst>
        <pc:sldLayoutChg chg="del">
          <pc:chgData name="Hector Triana Lopez" userId="lNhGNRoEKTjvpZNftWYK8DHNXS2CM1UtyBegtxjJlqY=" providerId="None" clId="Web-{EC4159DB-0C9B-4E53-9E96-FBC75B52D2D8}" dt="2024-10-18T03:00:05.447" v="46"/>
          <pc:sldLayoutMkLst>
            <pc:docMk/>
            <pc:sldMasterMk cId="2460954070" sldId="2147483660"/>
            <pc:sldLayoutMk cId="2385387890" sldId="2147483661"/>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949138452" sldId="2147483662"/>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2591524520" sldId="2147483663"/>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1203092039" sldId="2147483664"/>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733172339" sldId="2147483665"/>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210312558" sldId="2147483666"/>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146388984" sldId="2147483667"/>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171841454" sldId="2147483668"/>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1718958274" sldId="2147483669"/>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2202905451" sldId="2147483670"/>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479445657" sldId="2147483671"/>
          </pc:sldLayoutMkLst>
        </pc:sldLayoutChg>
      </pc:sldMasterChg>
      <pc:sldMasterChg chg="add addSldLayout modSldLayout">
        <pc:chgData name="Hector Triana Lopez" userId="lNhGNRoEKTjvpZNftWYK8DHNXS2CM1UtyBegtxjJlqY=" providerId="None" clId="Web-{EC4159DB-0C9B-4E53-9E96-FBC75B52D2D8}" dt="2024-10-18T03:00:05.447" v="46"/>
        <pc:sldMasterMkLst>
          <pc:docMk/>
          <pc:sldMasterMk cId="401274422" sldId="2147483672"/>
        </pc:sldMasterMkLst>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653680015" sldId="2147483673"/>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758983242" sldId="2147483674"/>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2342231770" sldId="2147483675"/>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44647732" sldId="2147483676"/>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963408555" sldId="2147483677"/>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231457990" sldId="2147483678"/>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772601447" sldId="2147483679"/>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100366042" sldId="2147483680"/>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2127310476" sldId="2147483681"/>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324548122" sldId="2147483682"/>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940631465" sldId="2147483683"/>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4084397947" sldId="2147483684"/>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588285329" sldId="2147483685"/>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263591416" sldId="2147483686"/>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294588000" sldId="2147483687"/>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954847349" sldId="2147483688"/>
          </pc:sldLayoutMkLst>
        </pc:sldLayoutChg>
      </pc:sldMasterChg>
    </pc:docChg>
  </pc:docChgLst>
  <pc:docChgLst>
    <pc:chgData name="Hector Triana Lopez" userId="lNhGNRoEKTjvpZNftWYK8DHNXS2CM1UtyBegtxjJlqY=" providerId="None" clId="Web-{EEA5C15C-8C2D-4A19-9B37-F48071F69D8D}"/>
    <pc:docChg chg="modSld">
      <pc:chgData name="Hector Triana Lopez" userId="lNhGNRoEKTjvpZNftWYK8DHNXS2CM1UtyBegtxjJlqY=" providerId="None" clId="Web-{EEA5C15C-8C2D-4A19-9B37-F48071F69D8D}" dt="2024-10-29T03:16:27.166" v="5" actId="20577"/>
      <pc:docMkLst>
        <pc:docMk/>
      </pc:docMkLst>
      <pc:sldChg chg="modSp">
        <pc:chgData name="Hector Triana Lopez" userId="lNhGNRoEKTjvpZNftWYK8DHNXS2CM1UtyBegtxjJlqY=" providerId="None" clId="Web-{EEA5C15C-8C2D-4A19-9B37-F48071F69D8D}" dt="2024-10-29T03:16:27.166" v="5" actId="20577"/>
        <pc:sldMkLst>
          <pc:docMk/>
          <pc:sldMk cId="109857222" sldId="256"/>
        </pc:sldMkLst>
        <pc:spChg chg="mod">
          <ac:chgData name="Hector Triana Lopez" userId="lNhGNRoEKTjvpZNftWYK8DHNXS2CM1UtyBegtxjJlqY=" providerId="None" clId="Web-{EEA5C15C-8C2D-4A19-9B37-F48071F69D8D}" dt="2024-10-29T03:16:27.166" v="5" actId="20577"/>
          <ac:spMkLst>
            <pc:docMk/>
            <pc:sldMk cId="109857222" sldId="256"/>
            <ac:spMk id="5" creationId="{524E7710-9BBE-3049-927A-5CB8DFA4FBE4}"/>
          </ac:spMkLst>
        </pc:spChg>
      </pc:sldChg>
    </pc:docChg>
  </pc:docChgLst>
  <pc:docChgLst>
    <pc:chgData name="Hector Triana Lopez" userId="lNhGNRoEKTjvpZNftWYK8DHNXS2CM1UtyBegtxjJlqY=" providerId="None" clId="Web-{DABA2151-6A21-4BD0-8C91-EB19F7190386}"/>
    <pc:docChg chg="modSld">
      <pc:chgData name="Hector Triana Lopez" userId="lNhGNRoEKTjvpZNftWYK8DHNXS2CM1UtyBegtxjJlqY=" providerId="None" clId="Web-{DABA2151-6A21-4BD0-8C91-EB19F7190386}" dt="2024-11-15T02:36:04.476" v="1" actId="20577"/>
      <pc:docMkLst>
        <pc:docMk/>
      </pc:docMkLst>
      <pc:sldChg chg="modSp">
        <pc:chgData name="Hector Triana Lopez" userId="lNhGNRoEKTjvpZNftWYK8DHNXS2CM1UtyBegtxjJlqY=" providerId="None" clId="Web-{DABA2151-6A21-4BD0-8C91-EB19F7190386}" dt="2024-11-15T02:36:04.476" v="1" actId="20577"/>
        <pc:sldMkLst>
          <pc:docMk/>
          <pc:sldMk cId="1367321611" sldId="269"/>
        </pc:sldMkLst>
        <pc:spChg chg="mod">
          <ac:chgData name="Hector Triana Lopez" userId="lNhGNRoEKTjvpZNftWYK8DHNXS2CM1UtyBegtxjJlqY=" providerId="None" clId="Web-{DABA2151-6A21-4BD0-8C91-EB19F7190386}" dt="2024-11-15T02:36:04.476" v="1" actId="20577"/>
          <ac:spMkLst>
            <pc:docMk/>
            <pc:sldMk cId="1367321611" sldId="269"/>
            <ac:spMk id="10" creationId="{66786B28-5D5B-6B9B-31B8-38D931FB9914}"/>
          </ac:spMkLst>
        </pc:spChg>
      </pc:sldChg>
    </pc:docChg>
  </pc:docChgLst>
  <pc:docChgLst>
    <pc:chgData name="Hector Triana Lopez" userId="lNhGNRoEKTjvpZNftWYK8DHNXS2CM1UtyBegtxjJlqY=" providerId="None" clId="Web-{A9E693F8-1BAB-4199-AC0D-92783E5FAF69}"/>
    <pc:docChg chg="addSld modSld">
      <pc:chgData name="Hector Triana Lopez" userId="lNhGNRoEKTjvpZNftWYK8DHNXS2CM1UtyBegtxjJlqY=" providerId="None" clId="Web-{A9E693F8-1BAB-4199-AC0D-92783E5FAF69}" dt="2024-11-05T03:09:23.895" v="638" actId="20577"/>
      <pc:docMkLst>
        <pc:docMk/>
      </pc:docMkLst>
      <pc:sldChg chg="modSp">
        <pc:chgData name="Hector Triana Lopez" userId="lNhGNRoEKTjvpZNftWYK8DHNXS2CM1UtyBegtxjJlqY=" providerId="None" clId="Web-{A9E693F8-1BAB-4199-AC0D-92783E5FAF69}" dt="2024-11-05T01:48:07.822" v="27" actId="20577"/>
        <pc:sldMkLst>
          <pc:docMk/>
          <pc:sldMk cId="109857222" sldId="256"/>
        </pc:sldMkLst>
        <pc:spChg chg="mod">
          <ac:chgData name="Hector Triana Lopez" userId="lNhGNRoEKTjvpZNftWYK8DHNXS2CM1UtyBegtxjJlqY=" providerId="None" clId="Web-{A9E693F8-1BAB-4199-AC0D-92783E5FAF69}" dt="2024-11-05T01:48:07.822" v="27" actId="20577"/>
          <ac:spMkLst>
            <pc:docMk/>
            <pc:sldMk cId="109857222" sldId="256"/>
            <ac:spMk id="5" creationId="{524E7710-9BBE-3049-927A-5CB8DFA4FBE4}"/>
          </ac:spMkLst>
        </pc:spChg>
      </pc:sldChg>
      <pc:sldChg chg="addSp delSp modSp">
        <pc:chgData name="Hector Triana Lopez" userId="lNhGNRoEKTjvpZNftWYK8DHNXS2CM1UtyBegtxjJlqY=" providerId="None" clId="Web-{A9E693F8-1BAB-4199-AC0D-92783E5FAF69}" dt="2024-11-05T02:19:01.501" v="247" actId="14100"/>
        <pc:sldMkLst>
          <pc:docMk/>
          <pc:sldMk cId="205415128" sldId="257"/>
        </pc:sldMkLst>
        <pc:spChg chg="mod">
          <ac:chgData name="Hector Triana Lopez" userId="lNhGNRoEKTjvpZNftWYK8DHNXS2CM1UtyBegtxjJlqY=" providerId="None" clId="Web-{A9E693F8-1BAB-4199-AC0D-92783E5FAF69}" dt="2024-11-05T02:03:22.036" v="59" actId="1076"/>
          <ac:spMkLst>
            <pc:docMk/>
            <pc:sldMk cId="205415128" sldId="257"/>
            <ac:spMk id="4" creationId="{23BD9D59-B0B6-F06D-D922-AAA3AA001612}"/>
          </ac:spMkLst>
        </pc:spChg>
        <pc:spChg chg="mod">
          <ac:chgData name="Hector Triana Lopez" userId="lNhGNRoEKTjvpZNftWYK8DHNXS2CM1UtyBegtxjJlqY=" providerId="None" clId="Web-{A9E693F8-1BAB-4199-AC0D-92783E5FAF69}" dt="2024-11-05T02:03:42.162" v="77" actId="1076"/>
          <ac:spMkLst>
            <pc:docMk/>
            <pc:sldMk cId="205415128" sldId="257"/>
            <ac:spMk id="5" creationId="{A47A22CD-F09D-AE5F-9D39-CFCC3F8EFC9B}"/>
          </ac:spMkLst>
        </pc:spChg>
        <pc:picChg chg="del">
          <ac:chgData name="Hector Triana Lopez" userId="lNhGNRoEKTjvpZNftWYK8DHNXS2CM1UtyBegtxjJlqY=" providerId="None" clId="Web-{A9E693F8-1BAB-4199-AC0D-92783E5FAF69}" dt="2024-11-05T01:58:53.857" v="30"/>
          <ac:picMkLst>
            <pc:docMk/>
            <pc:sldMk cId="205415128" sldId="257"/>
            <ac:picMk id="2" creationId="{A8543640-A71E-A067-C90F-C906446E819D}"/>
          </ac:picMkLst>
        </pc:picChg>
        <pc:picChg chg="add mod">
          <ac:chgData name="Hector Triana Lopez" userId="lNhGNRoEKTjvpZNftWYK8DHNXS2CM1UtyBegtxjJlqY=" providerId="None" clId="Web-{A9E693F8-1BAB-4199-AC0D-92783E5FAF69}" dt="2024-11-05T02:18:49.344" v="242" actId="1076"/>
          <ac:picMkLst>
            <pc:docMk/>
            <pc:sldMk cId="205415128" sldId="257"/>
            <ac:picMk id="3" creationId="{A4A1D6F6-6401-B71B-ADF5-002487B87B0A}"/>
          </ac:picMkLst>
        </pc:picChg>
        <pc:picChg chg="add mod">
          <ac:chgData name="Hector Triana Lopez" userId="lNhGNRoEKTjvpZNftWYK8DHNXS2CM1UtyBegtxjJlqY=" providerId="None" clId="Web-{A9E693F8-1BAB-4199-AC0D-92783E5FAF69}" dt="2024-11-05T02:19:01.501" v="247" actId="14100"/>
          <ac:picMkLst>
            <pc:docMk/>
            <pc:sldMk cId="205415128" sldId="257"/>
            <ac:picMk id="6" creationId="{832A9876-E316-1C75-CB6A-6C43DF44337A}"/>
          </ac:picMkLst>
        </pc:picChg>
      </pc:sldChg>
      <pc:sldChg chg="addSp delSp modSp">
        <pc:chgData name="Hector Triana Lopez" userId="lNhGNRoEKTjvpZNftWYK8DHNXS2CM1UtyBegtxjJlqY=" providerId="None" clId="Web-{A9E693F8-1BAB-4199-AC0D-92783E5FAF69}" dt="2024-11-05T02:20:17.581" v="266" actId="1076"/>
        <pc:sldMkLst>
          <pc:docMk/>
          <pc:sldMk cId="2423518267" sldId="258"/>
        </pc:sldMkLst>
        <pc:spChg chg="del">
          <ac:chgData name="Hector Triana Lopez" userId="lNhGNRoEKTjvpZNftWYK8DHNXS2CM1UtyBegtxjJlqY=" providerId="None" clId="Web-{A9E693F8-1BAB-4199-AC0D-92783E5FAF69}" dt="2024-11-05T02:19:18.079" v="256"/>
          <ac:spMkLst>
            <pc:docMk/>
            <pc:sldMk cId="2423518267" sldId="258"/>
            <ac:spMk id="5" creationId="{AE41CB5C-18DE-AEBB-10E7-9412C23A1F27}"/>
          </ac:spMkLst>
        </pc:spChg>
        <pc:spChg chg="del mod">
          <ac:chgData name="Hector Triana Lopez" userId="lNhGNRoEKTjvpZNftWYK8DHNXS2CM1UtyBegtxjJlqY=" providerId="None" clId="Web-{A9E693F8-1BAB-4199-AC0D-92783E5FAF69}" dt="2024-11-05T02:20:12.878" v="264"/>
          <ac:spMkLst>
            <pc:docMk/>
            <pc:sldMk cId="2423518267" sldId="258"/>
            <ac:spMk id="8" creationId="{1E268C44-E77E-2ECA-034F-9935011342D0}"/>
          </ac:spMkLst>
        </pc:spChg>
        <pc:picChg chg="add del mod">
          <ac:chgData name="Hector Triana Lopez" userId="lNhGNRoEKTjvpZNftWYK8DHNXS2CM1UtyBegtxjJlqY=" providerId="None" clId="Web-{A9E693F8-1BAB-4199-AC0D-92783E5FAF69}" dt="2024-11-05T02:18:43.391" v="241"/>
          <ac:picMkLst>
            <pc:docMk/>
            <pc:sldMk cId="2423518267" sldId="258"/>
            <ac:picMk id="2" creationId="{C28A73C7-118E-12DF-B608-C83254331190}"/>
          </ac:picMkLst>
        </pc:picChg>
        <pc:picChg chg="add mod">
          <ac:chgData name="Hector Triana Lopez" userId="lNhGNRoEKTjvpZNftWYK8DHNXS2CM1UtyBegtxjJlqY=" providerId="None" clId="Web-{A9E693F8-1BAB-4199-AC0D-92783E5FAF69}" dt="2024-11-05T02:20:17.581" v="266" actId="1076"/>
          <ac:picMkLst>
            <pc:docMk/>
            <pc:sldMk cId="2423518267" sldId="258"/>
            <ac:picMk id="3" creationId="{E9646654-29DE-6823-7C2D-4AA57C2C2C82}"/>
          </ac:picMkLst>
        </pc:picChg>
        <pc:picChg chg="del">
          <ac:chgData name="Hector Triana Lopez" userId="lNhGNRoEKTjvpZNftWYK8DHNXS2CM1UtyBegtxjJlqY=" providerId="None" clId="Web-{A9E693F8-1BAB-4199-AC0D-92783E5FAF69}" dt="2024-11-05T02:18:17.609" v="236"/>
          <ac:picMkLst>
            <pc:docMk/>
            <pc:sldMk cId="2423518267" sldId="258"/>
            <ac:picMk id="6" creationId="{FAEB2FBB-0BD0-698B-5469-73A3398C3A8C}"/>
          </ac:picMkLst>
        </pc:picChg>
      </pc:sldChg>
      <pc:sldChg chg="addSp delSp modSp">
        <pc:chgData name="Hector Triana Lopez" userId="lNhGNRoEKTjvpZNftWYK8DHNXS2CM1UtyBegtxjJlqY=" providerId="None" clId="Web-{A9E693F8-1BAB-4199-AC0D-92783E5FAF69}" dt="2024-11-05T02:33:55.682" v="315" actId="1076"/>
        <pc:sldMkLst>
          <pc:docMk/>
          <pc:sldMk cId="3446434520" sldId="260"/>
        </pc:sldMkLst>
        <pc:spChg chg="add mod">
          <ac:chgData name="Hector Triana Lopez" userId="lNhGNRoEKTjvpZNftWYK8DHNXS2CM1UtyBegtxjJlqY=" providerId="None" clId="Web-{A9E693F8-1BAB-4199-AC0D-92783E5FAF69}" dt="2024-11-05T02:27:33.797" v="301" actId="1076"/>
          <ac:spMkLst>
            <pc:docMk/>
            <pc:sldMk cId="3446434520" sldId="260"/>
            <ac:spMk id="4" creationId="{E98FD9AA-2530-2DD5-7EAE-4C7449A8FFA2}"/>
          </ac:spMkLst>
        </pc:spChg>
        <pc:spChg chg="add mod">
          <ac:chgData name="Hector Triana Lopez" userId="lNhGNRoEKTjvpZNftWYK8DHNXS2CM1UtyBegtxjJlqY=" providerId="None" clId="Web-{A9E693F8-1BAB-4199-AC0D-92783E5FAF69}" dt="2024-11-05T02:29:06.659" v="310" actId="20577"/>
          <ac:spMkLst>
            <pc:docMk/>
            <pc:sldMk cId="3446434520" sldId="260"/>
            <ac:spMk id="5" creationId="{CDDC28EE-6D71-D263-4B4F-58FD68E38CB6}"/>
          </ac:spMkLst>
        </pc:spChg>
        <pc:spChg chg="del mod">
          <ac:chgData name="Hector Triana Lopez" userId="lNhGNRoEKTjvpZNftWYK8DHNXS2CM1UtyBegtxjJlqY=" providerId="None" clId="Web-{A9E693F8-1BAB-4199-AC0D-92783E5FAF69}" dt="2024-11-05T02:27:01.124" v="291"/>
          <ac:spMkLst>
            <pc:docMk/>
            <pc:sldMk cId="3446434520" sldId="260"/>
            <ac:spMk id="7" creationId="{FDAE4861-F461-CC67-D788-5C5A4F33DC6C}"/>
          </ac:spMkLst>
        </pc:spChg>
        <pc:spChg chg="del mod">
          <ac:chgData name="Hector Triana Lopez" userId="lNhGNRoEKTjvpZNftWYK8DHNXS2CM1UtyBegtxjJlqY=" providerId="None" clId="Web-{A9E693F8-1BAB-4199-AC0D-92783E5FAF69}" dt="2024-11-05T02:22:16.084" v="274"/>
          <ac:spMkLst>
            <pc:docMk/>
            <pc:sldMk cId="3446434520" sldId="260"/>
            <ac:spMk id="10" creationId="{B2389A2C-09CE-77E9-387C-D648ABACAD53}"/>
          </ac:spMkLst>
        </pc:spChg>
        <pc:picChg chg="add mod">
          <ac:chgData name="Hector Triana Lopez" userId="lNhGNRoEKTjvpZNftWYK8DHNXS2CM1UtyBegtxjJlqY=" providerId="None" clId="Web-{A9E693F8-1BAB-4199-AC0D-92783E5FAF69}" dt="2024-11-05T02:27:33.797" v="300" actId="1076"/>
          <ac:picMkLst>
            <pc:docMk/>
            <pc:sldMk cId="3446434520" sldId="260"/>
            <ac:picMk id="2" creationId="{6F9795D9-1E61-C919-3D77-71A4486C12CC}"/>
          </ac:picMkLst>
        </pc:picChg>
        <pc:picChg chg="add mod">
          <ac:chgData name="Hector Triana Lopez" userId="lNhGNRoEKTjvpZNftWYK8DHNXS2CM1UtyBegtxjJlqY=" providerId="None" clId="Web-{A9E693F8-1BAB-4199-AC0D-92783E5FAF69}" dt="2024-11-05T02:27:08.218" v="295" actId="14100"/>
          <ac:picMkLst>
            <pc:docMk/>
            <pc:sldMk cId="3446434520" sldId="260"/>
            <ac:picMk id="3" creationId="{6F5053D2-56E1-FE2D-8C1F-47552C0F1707}"/>
          </ac:picMkLst>
        </pc:picChg>
        <pc:picChg chg="add mod">
          <ac:chgData name="Hector Triana Lopez" userId="lNhGNRoEKTjvpZNftWYK8DHNXS2CM1UtyBegtxjJlqY=" providerId="None" clId="Web-{A9E693F8-1BAB-4199-AC0D-92783E5FAF69}" dt="2024-11-05T02:33:55.682" v="315" actId="1076"/>
          <ac:picMkLst>
            <pc:docMk/>
            <pc:sldMk cId="3446434520" sldId="260"/>
            <ac:picMk id="6" creationId="{F42F985B-DC1C-E63C-7688-69FD0541B13C}"/>
          </ac:picMkLst>
        </pc:picChg>
        <pc:picChg chg="del">
          <ac:chgData name="Hector Triana Lopez" userId="lNhGNRoEKTjvpZNftWYK8DHNXS2CM1UtyBegtxjJlqY=" providerId="None" clId="Web-{A9E693F8-1BAB-4199-AC0D-92783E5FAF69}" dt="2024-11-05T02:22:11.553" v="271"/>
          <ac:picMkLst>
            <pc:docMk/>
            <pc:sldMk cId="3446434520" sldId="260"/>
            <ac:picMk id="9" creationId="{28B879FD-86D0-E5FB-EDAC-8F3450050F7E}"/>
          </ac:picMkLst>
        </pc:picChg>
      </pc:sldChg>
      <pc:sldChg chg="addSp delSp modSp">
        <pc:chgData name="Hector Triana Lopez" userId="lNhGNRoEKTjvpZNftWYK8DHNXS2CM1UtyBegtxjJlqY=" providerId="None" clId="Web-{A9E693F8-1BAB-4199-AC0D-92783E5FAF69}" dt="2024-11-05T02:39:31.072" v="397" actId="1076"/>
        <pc:sldMkLst>
          <pc:docMk/>
          <pc:sldMk cId="2448954374" sldId="261"/>
        </pc:sldMkLst>
        <pc:spChg chg="mod">
          <ac:chgData name="Hector Triana Lopez" userId="lNhGNRoEKTjvpZNftWYK8DHNXS2CM1UtyBegtxjJlqY=" providerId="None" clId="Web-{A9E693F8-1BAB-4199-AC0D-92783E5FAF69}" dt="2024-11-05T02:39:01.275" v="393" actId="20577"/>
          <ac:spMkLst>
            <pc:docMk/>
            <pc:sldMk cId="2448954374" sldId="261"/>
            <ac:spMk id="2" creationId="{C2DF9E11-F798-ACD3-2E76-1259C1D5911C}"/>
          </ac:spMkLst>
        </pc:spChg>
        <pc:spChg chg="add mod">
          <ac:chgData name="Hector Triana Lopez" userId="lNhGNRoEKTjvpZNftWYK8DHNXS2CM1UtyBegtxjJlqY=" providerId="None" clId="Web-{A9E693F8-1BAB-4199-AC0D-92783E5FAF69}" dt="2024-11-05T02:36:47.739" v="384"/>
          <ac:spMkLst>
            <pc:docMk/>
            <pc:sldMk cId="2448954374" sldId="261"/>
            <ac:spMk id="3" creationId="{2B50C698-A3FA-466A-E68C-3DCD8A3104E9}"/>
          </ac:spMkLst>
        </pc:spChg>
        <pc:spChg chg="add mod">
          <ac:chgData name="Hector Triana Lopez" userId="lNhGNRoEKTjvpZNftWYK8DHNXS2CM1UtyBegtxjJlqY=" providerId="None" clId="Web-{A9E693F8-1BAB-4199-AC0D-92783E5FAF69}" dt="2024-11-05T02:36:44.567" v="383" actId="1076"/>
          <ac:spMkLst>
            <pc:docMk/>
            <pc:sldMk cId="2448954374" sldId="261"/>
            <ac:spMk id="4" creationId="{84B9E437-81B8-1350-EBDE-70258ACD0F8C}"/>
          </ac:spMkLst>
        </pc:spChg>
        <pc:spChg chg="mod">
          <ac:chgData name="Hector Triana Lopez" userId="lNhGNRoEKTjvpZNftWYK8DHNXS2CM1UtyBegtxjJlqY=" providerId="None" clId="Web-{A9E693F8-1BAB-4199-AC0D-92783E5FAF69}" dt="2024-11-05T02:34:54.856" v="356" actId="20577"/>
          <ac:spMkLst>
            <pc:docMk/>
            <pc:sldMk cId="2448954374" sldId="261"/>
            <ac:spMk id="8" creationId="{865AC648-4718-E91C-2EE7-C7AFBA343F2E}"/>
          </ac:spMkLst>
        </pc:spChg>
        <pc:picChg chg="add mod">
          <ac:chgData name="Hector Triana Lopez" userId="lNhGNRoEKTjvpZNftWYK8DHNXS2CM1UtyBegtxjJlqY=" providerId="None" clId="Web-{A9E693F8-1BAB-4199-AC0D-92783E5FAF69}" dt="2024-11-05T02:38:52.368" v="390" actId="1076"/>
          <ac:picMkLst>
            <pc:docMk/>
            <pc:sldMk cId="2448954374" sldId="261"/>
            <ac:picMk id="5" creationId="{3F14C7E7-7CCB-812D-05B2-989DE6CD7C1D}"/>
          </ac:picMkLst>
        </pc:picChg>
        <pc:picChg chg="add mod">
          <ac:chgData name="Hector Triana Lopez" userId="lNhGNRoEKTjvpZNftWYK8DHNXS2CM1UtyBegtxjJlqY=" providerId="None" clId="Web-{A9E693F8-1BAB-4199-AC0D-92783E5FAF69}" dt="2024-11-05T02:39:31.072" v="397" actId="1076"/>
          <ac:picMkLst>
            <pc:docMk/>
            <pc:sldMk cId="2448954374" sldId="261"/>
            <ac:picMk id="6" creationId="{CE64D00B-D01D-8E6F-30CB-7FE1CE896C55}"/>
          </ac:picMkLst>
        </pc:picChg>
        <pc:picChg chg="del">
          <ac:chgData name="Hector Triana Lopez" userId="lNhGNRoEKTjvpZNftWYK8DHNXS2CM1UtyBegtxjJlqY=" providerId="None" clId="Web-{A9E693F8-1BAB-4199-AC0D-92783E5FAF69}" dt="2024-11-05T02:35:31.029" v="365"/>
          <ac:picMkLst>
            <pc:docMk/>
            <pc:sldMk cId="2448954374" sldId="261"/>
            <ac:picMk id="9" creationId="{51C982CB-2C1A-0CB5-71F7-EC24F14D7541}"/>
          </ac:picMkLst>
        </pc:picChg>
      </pc:sldChg>
      <pc:sldChg chg="modSp">
        <pc:chgData name="Hector Triana Lopez" userId="lNhGNRoEKTjvpZNftWYK8DHNXS2CM1UtyBegtxjJlqY=" providerId="None" clId="Web-{A9E693F8-1BAB-4199-AC0D-92783E5FAF69}" dt="2024-11-05T03:08:02.846" v="595" actId="20577"/>
        <pc:sldMkLst>
          <pc:docMk/>
          <pc:sldMk cId="303365160" sldId="262"/>
        </pc:sldMkLst>
        <pc:spChg chg="mod">
          <ac:chgData name="Hector Triana Lopez" userId="lNhGNRoEKTjvpZNftWYK8DHNXS2CM1UtyBegtxjJlqY=" providerId="None" clId="Web-{A9E693F8-1BAB-4199-AC0D-92783E5FAF69}" dt="2024-11-05T03:00:23.942" v="474" actId="20577"/>
          <ac:spMkLst>
            <pc:docMk/>
            <pc:sldMk cId="303365160" sldId="262"/>
            <ac:spMk id="2" creationId="{7F6CEE9E-CA3F-07DE-7992-5C5404490F37}"/>
          </ac:spMkLst>
        </pc:spChg>
        <pc:spChg chg="mod">
          <ac:chgData name="Hector Triana Lopez" userId="lNhGNRoEKTjvpZNftWYK8DHNXS2CM1UtyBegtxjJlqY=" providerId="None" clId="Web-{A9E693F8-1BAB-4199-AC0D-92783E5FAF69}" dt="2024-11-05T03:08:02.846" v="595" actId="20577"/>
          <ac:spMkLst>
            <pc:docMk/>
            <pc:sldMk cId="303365160" sldId="262"/>
            <ac:spMk id="3" creationId="{15A950E1-B4D4-A06B-19A4-15B9FFB5788A}"/>
          </ac:spMkLst>
        </pc:spChg>
      </pc:sldChg>
      <pc:sldChg chg="modSp">
        <pc:chgData name="Hector Triana Lopez" userId="lNhGNRoEKTjvpZNftWYK8DHNXS2CM1UtyBegtxjJlqY=" providerId="None" clId="Web-{A9E693F8-1BAB-4199-AC0D-92783E5FAF69}" dt="2024-11-05T03:09:23.895" v="638" actId="20577"/>
        <pc:sldMkLst>
          <pc:docMk/>
          <pc:sldMk cId="3541783162" sldId="263"/>
        </pc:sldMkLst>
        <pc:spChg chg="mod">
          <ac:chgData name="Hector Triana Lopez" userId="lNhGNRoEKTjvpZNftWYK8DHNXS2CM1UtyBegtxjJlqY=" providerId="None" clId="Web-{A9E693F8-1BAB-4199-AC0D-92783E5FAF69}" dt="2024-11-05T03:09:23.895" v="638" actId="20577"/>
          <ac:spMkLst>
            <pc:docMk/>
            <pc:sldMk cId="3541783162" sldId="263"/>
            <ac:spMk id="3" creationId="{EBFE712D-CCDA-BD08-A769-2C8823E4C25E}"/>
          </ac:spMkLst>
        </pc:spChg>
      </pc:sldChg>
      <pc:sldChg chg="addSp delSp modSp">
        <pc:chgData name="Hector Triana Lopez" userId="lNhGNRoEKTjvpZNftWYK8DHNXS2CM1UtyBegtxjJlqY=" providerId="None" clId="Web-{A9E693F8-1BAB-4199-AC0D-92783E5FAF69}" dt="2024-11-05T02:11:16.206" v="162" actId="1076"/>
        <pc:sldMkLst>
          <pc:docMk/>
          <pc:sldMk cId="1313455595" sldId="267"/>
        </pc:sldMkLst>
        <pc:spChg chg="mod">
          <ac:chgData name="Hector Triana Lopez" userId="lNhGNRoEKTjvpZNftWYK8DHNXS2CM1UtyBegtxjJlqY=" providerId="None" clId="Web-{A9E693F8-1BAB-4199-AC0D-92783E5FAF69}" dt="2024-11-05T02:07:04.339" v="100" actId="20577"/>
          <ac:spMkLst>
            <pc:docMk/>
            <pc:sldMk cId="1313455595" sldId="267"/>
            <ac:spMk id="4" creationId="{23BD9D59-B0B6-F06D-D922-AAA3AA001612}"/>
          </ac:spMkLst>
        </pc:spChg>
        <pc:spChg chg="del">
          <ac:chgData name="Hector Triana Lopez" userId="lNhGNRoEKTjvpZNftWYK8DHNXS2CM1UtyBegtxjJlqY=" providerId="None" clId="Web-{A9E693F8-1BAB-4199-AC0D-92783E5FAF69}" dt="2024-11-05T02:06:48.886" v="86"/>
          <ac:spMkLst>
            <pc:docMk/>
            <pc:sldMk cId="1313455595" sldId="267"/>
            <ac:spMk id="5" creationId="{A47A22CD-F09D-AE5F-9D39-CFCC3F8EFC9B}"/>
          </ac:spMkLst>
        </pc:spChg>
        <pc:spChg chg="add mod">
          <ac:chgData name="Hector Triana Lopez" userId="lNhGNRoEKTjvpZNftWYK8DHNXS2CM1UtyBegtxjJlqY=" providerId="None" clId="Web-{A9E693F8-1BAB-4199-AC0D-92783E5FAF69}" dt="2024-11-05T02:11:02.284" v="161" actId="14100"/>
          <ac:spMkLst>
            <pc:docMk/>
            <pc:sldMk cId="1313455595" sldId="267"/>
            <ac:spMk id="6" creationId="{FF7918D4-690F-F126-3A19-D9C597BA1EE7}"/>
          </ac:spMkLst>
        </pc:spChg>
        <pc:picChg chg="add mod">
          <ac:chgData name="Hector Triana Lopez" userId="lNhGNRoEKTjvpZNftWYK8DHNXS2CM1UtyBegtxjJlqY=" providerId="None" clId="Web-{A9E693F8-1BAB-4199-AC0D-92783E5FAF69}" dt="2024-11-05T02:11:16.206" v="162" actId="1076"/>
          <ac:picMkLst>
            <pc:docMk/>
            <pc:sldMk cId="1313455595" sldId="267"/>
            <ac:picMk id="2" creationId="{5AE4CB21-EDB5-62ED-F6BB-C859A40D3D2E}"/>
          </ac:picMkLst>
        </pc:picChg>
        <pc:picChg chg="del">
          <ac:chgData name="Hector Triana Lopez" userId="lNhGNRoEKTjvpZNftWYK8DHNXS2CM1UtyBegtxjJlqY=" providerId="None" clId="Web-{A9E693F8-1BAB-4199-AC0D-92783E5FAF69}" dt="2024-11-05T02:06:49.651" v="87"/>
          <ac:picMkLst>
            <pc:docMk/>
            <pc:sldMk cId="1313455595" sldId="267"/>
            <ac:picMk id="3" creationId="{9040EFC9-568D-38E9-BCB0-9F870F476A1C}"/>
          </ac:picMkLst>
        </pc:picChg>
      </pc:sldChg>
      <pc:sldChg chg="addSp delSp modSp">
        <pc:chgData name="Hector Triana Lopez" userId="lNhGNRoEKTjvpZNftWYK8DHNXS2CM1UtyBegtxjJlqY=" providerId="None" clId="Web-{A9E693F8-1BAB-4199-AC0D-92783E5FAF69}" dt="2024-11-05T02:18:03.030" v="235" actId="14100"/>
        <pc:sldMkLst>
          <pc:docMk/>
          <pc:sldMk cId="1230888154" sldId="268"/>
        </pc:sldMkLst>
        <pc:spChg chg="mod">
          <ac:chgData name="Hector Triana Lopez" userId="lNhGNRoEKTjvpZNftWYK8DHNXS2CM1UtyBegtxjJlqY=" providerId="None" clId="Web-{A9E693F8-1BAB-4199-AC0D-92783E5FAF69}" dt="2024-11-05T02:14:52.040" v="169" actId="20577"/>
          <ac:spMkLst>
            <pc:docMk/>
            <pc:sldMk cId="1230888154" sldId="268"/>
            <ac:spMk id="4" creationId="{23BD9D59-B0B6-F06D-D922-AAA3AA001612}"/>
          </ac:spMkLst>
        </pc:spChg>
        <pc:spChg chg="mod">
          <ac:chgData name="Hector Triana Lopez" userId="lNhGNRoEKTjvpZNftWYK8DHNXS2CM1UtyBegtxjJlqY=" providerId="None" clId="Web-{A9E693F8-1BAB-4199-AC0D-92783E5FAF69}" dt="2024-11-05T02:18:03.030" v="235" actId="14100"/>
          <ac:spMkLst>
            <pc:docMk/>
            <pc:sldMk cId="1230888154" sldId="268"/>
            <ac:spMk id="5" creationId="{A47A22CD-F09D-AE5F-9D39-CFCC3F8EFC9B}"/>
          </ac:spMkLst>
        </pc:spChg>
        <pc:picChg chg="del">
          <ac:chgData name="Hector Triana Lopez" userId="lNhGNRoEKTjvpZNftWYK8DHNXS2CM1UtyBegtxjJlqY=" providerId="None" clId="Web-{A9E693F8-1BAB-4199-AC0D-92783E5FAF69}" dt="2024-11-05T02:14:52.900" v="170"/>
          <ac:picMkLst>
            <pc:docMk/>
            <pc:sldMk cId="1230888154" sldId="268"/>
            <ac:picMk id="2" creationId="{AAD9B0CB-BABB-5F4B-0559-8E8F7A183A98}"/>
          </ac:picMkLst>
        </pc:picChg>
        <pc:picChg chg="add mod">
          <ac:chgData name="Hector Triana Lopez" userId="lNhGNRoEKTjvpZNftWYK8DHNXS2CM1UtyBegtxjJlqY=" providerId="None" clId="Web-{A9E693F8-1BAB-4199-AC0D-92783E5FAF69}" dt="2024-11-05T02:15:02.837" v="176" actId="1076"/>
          <ac:picMkLst>
            <pc:docMk/>
            <pc:sldMk cId="1230888154" sldId="268"/>
            <ac:picMk id="3" creationId="{2B3AE1CA-21C2-6DB0-78D1-73E4EF2DC163}"/>
          </ac:picMkLst>
        </pc:picChg>
      </pc:sldChg>
      <pc:sldChg chg="addSp delSp modSp add replId">
        <pc:chgData name="Hector Triana Lopez" userId="lNhGNRoEKTjvpZNftWYK8DHNXS2CM1UtyBegtxjJlqY=" providerId="None" clId="Web-{A9E693F8-1BAB-4199-AC0D-92783E5FAF69}" dt="2024-11-05T02:59:12.018" v="473" actId="14100"/>
        <pc:sldMkLst>
          <pc:docMk/>
          <pc:sldMk cId="1367321611" sldId="269"/>
        </pc:sldMkLst>
        <pc:spChg chg="del">
          <ac:chgData name="Hector Triana Lopez" userId="lNhGNRoEKTjvpZNftWYK8DHNXS2CM1UtyBegtxjJlqY=" providerId="None" clId="Web-{A9E693F8-1BAB-4199-AC0D-92783E5FAF69}" dt="2024-11-05T02:41:54.404" v="400"/>
          <ac:spMkLst>
            <pc:docMk/>
            <pc:sldMk cId="1367321611" sldId="269"/>
            <ac:spMk id="2" creationId="{C2DF9E11-F798-ACD3-2E76-1259C1D5911C}"/>
          </ac:spMkLst>
        </pc:spChg>
        <pc:spChg chg="del mod">
          <ac:chgData name="Hector Triana Lopez" userId="lNhGNRoEKTjvpZNftWYK8DHNXS2CM1UtyBegtxjJlqY=" providerId="None" clId="Web-{A9E693F8-1BAB-4199-AC0D-92783E5FAF69}" dt="2024-11-05T02:41:58.295" v="405"/>
          <ac:spMkLst>
            <pc:docMk/>
            <pc:sldMk cId="1367321611" sldId="269"/>
            <ac:spMk id="3" creationId="{2B50C698-A3FA-466A-E68C-3DCD8A3104E9}"/>
          </ac:spMkLst>
        </pc:spChg>
        <pc:spChg chg="del">
          <ac:chgData name="Hector Triana Lopez" userId="lNhGNRoEKTjvpZNftWYK8DHNXS2CM1UtyBegtxjJlqY=" providerId="None" clId="Web-{A9E693F8-1BAB-4199-AC0D-92783E5FAF69}" dt="2024-11-05T02:41:58.295" v="404"/>
          <ac:spMkLst>
            <pc:docMk/>
            <pc:sldMk cId="1367321611" sldId="269"/>
            <ac:spMk id="4" creationId="{84B9E437-81B8-1350-EBDE-70258ACD0F8C}"/>
          </ac:spMkLst>
        </pc:spChg>
        <pc:spChg chg="add mod">
          <ac:chgData name="Hector Triana Lopez" userId="lNhGNRoEKTjvpZNftWYK8DHNXS2CM1UtyBegtxjJlqY=" providerId="None" clId="Web-{A9E693F8-1BAB-4199-AC0D-92783E5FAF69}" dt="2024-11-05T02:55:25.355" v="446" actId="20577"/>
          <ac:spMkLst>
            <pc:docMk/>
            <pc:sldMk cId="1367321611" sldId="269"/>
            <ac:spMk id="7" creationId="{13AD5642-37D0-8F6D-1707-2E2308AE5BE9}"/>
          </ac:spMkLst>
        </pc:spChg>
        <pc:spChg chg="del">
          <ac:chgData name="Hector Triana Lopez" userId="lNhGNRoEKTjvpZNftWYK8DHNXS2CM1UtyBegtxjJlqY=" providerId="None" clId="Web-{A9E693F8-1BAB-4199-AC0D-92783E5FAF69}" dt="2024-11-05T02:41:52.233" v="399"/>
          <ac:spMkLst>
            <pc:docMk/>
            <pc:sldMk cId="1367321611" sldId="269"/>
            <ac:spMk id="8" creationId="{865AC648-4718-E91C-2EE7-C7AFBA343F2E}"/>
          </ac:spMkLst>
        </pc:spChg>
        <pc:spChg chg="add mod">
          <ac:chgData name="Hector Triana Lopez" userId="lNhGNRoEKTjvpZNftWYK8DHNXS2CM1UtyBegtxjJlqY=" providerId="None" clId="Web-{A9E693F8-1BAB-4199-AC0D-92783E5FAF69}" dt="2024-11-05T02:57:03.827" v="455" actId="20577"/>
          <ac:spMkLst>
            <pc:docMk/>
            <pc:sldMk cId="1367321611" sldId="269"/>
            <ac:spMk id="10" creationId="{66786B28-5D5B-6B9B-31B8-38D931FB9914}"/>
          </ac:spMkLst>
        </pc:spChg>
        <pc:spChg chg="add mod">
          <ac:chgData name="Hector Triana Lopez" userId="lNhGNRoEKTjvpZNftWYK8DHNXS2CM1UtyBegtxjJlqY=" providerId="None" clId="Web-{A9E693F8-1BAB-4199-AC0D-92783E5FAF69}" dt="2024-11-05T02:59:12.018" v="473" actId="14100"/>
          <ac:spMkLst>
            <pc:docMk/>
            <pc:sldMk cId="1367321611" sldId="269"/>
            <ac:spMk id="12" creationId="{59C042E1-8561-FCCC-6FC8-483977C3D254}"/>
          </ac:spMkLst>
        </pc:spChg>
        <pc:picChg chg="del">
          <ac:chgData name="Hector Triana Lopez" userId="lNhGNRoEKTjvpZNftWYK8DHNXS2CM1UtyBegtxjJlqY=" providerId="None" clId="Web-{A9E693F8-1BAB-4199-AC0D-92783E5FAF69}" dt="2024-11-05T02:41:58.295" v="403"/>
          <ac:picMkLst>
            <pc:docMk/>
            <pc:sldMk cId="1367321611" sldId="269"/>
            <ac:picMk id="5" creationId="{3F14C7E7-7CCB-812D-05B2-989DE6CD7C1D}"/>
          </ac:picMkLst>
        </pc:picChg>
        <pc:picChg chg="del">
          <ac:chgData name="Hector Triana Lopez" userId="lNhGNRoEKTjvpZNftWYK8DHNXS2CM1UtyBegtxjJlqY=" providerId="None" clId="Web-{A9E693F8-1BAB-4199-AC0D-92783E5FAF69}" dt="2024-11-05T02:41:58.295" v="402"/>
          <ac:picMkLst>
            <pc:docMk/>
            <pc:sldMk cId="1367321611" sldId="269"/>
            <ac:picMk id="6" creationId="{CE64D00B-D01D-8E6F-30CB-7FE1CE896C55}"/>
          </ac:picMkLst>
        </pc:picChg>
        <pc:picChg chg="add mod">
          <ac:chgData name="Hector Triana Lopez" userId="lNhGNRoEKTjvpZNftWYK8DHNXS2CM1UtyBegtxjJlqY=" providerId="None" clId="Web-{A9E693F8-1BAB-4199-AC0D-92783E5FAF69}" dt="2024-11-05T02:54:25.478" v="434" actId="1076"/>
          <ac:picMkLst>
            <pc:docMk/>
            <pc:sldMk cId="1367321611" sldId="269"/>
            <ac:picMk id="9" creationId="{809134C9-2661-EEF5-8D30-C202938FF01F}"/>
          </ac:picMkLst>
        </pc:picChg>
        <pc:picChg chg="add mod">
          <ac:chgData name="Hector Triana Lopez" userId="lNhGNRoEKTjvpZNftWYK8DHNXS2CM1UtyBegtxjJlqY=" providerId="None" clId="Web-{A9E693F8-1BAB-4199-AC0D-92783E5FAF69}" dt="2024-11-05T02:57:25.609" v="459" actId="1076"/>
          <ac:picMkLst>
            <pc:docMk/>
            <pc:sldMk cId="1367321611" sldId="269"/>
            <ac:picMk id="11" creationId="{1F886DF0-EB3B-F88C-3A4F-C892D9940BB7}"/>
          </ac:picMkLst>
        </pc:picChg>
        <pc:picChg chg="add mod">
          <ac:chgData name="Hector Triana Lopez" userId="lNhGNRoEKTjvpZNftWYK8DHNXS2CM1UtyBegtxjJlqY=" providerId="None" clId="Web-{A9E693F8-1BAB-4199-AC0D-92783E5FAF69}" dt="2024-11-05T02:58:52.971" v="471" actId="1076"/>
          <ac:picMkLst>
            <pc:docMk/>
            <pc:sldMk cId="1367321611" sldId="269"/>
            <ac:picMk id="13" creationId="{8FBE9C39-DDF6-CAD8-74F4-5673DD770A85}"/>
          </ac:picMkLst>
        </pc:picChg>
      </pc:sldChg>
    </pc:docChg>
  </pc:docChgLst>
  <pc:docChgLst>
    <pc:chgData name="Hector Triana Lopez" userId="lNhGNRoEKTjvpZNftWYK8DHNXS2CM1UtyBegtxjJlqY=" providerId="None" clId="Web-{C2CDE18F-3671-4A25-B12E-01C79ECF359D}"/>
    <pc:docChg chg="addSld modSld">
      <pc:chgData name="Hector Triana Lopez" userId="lNhGNRoEKTjvpZNftWYK8DHNXS2CM1UtyBegtxjJlqY=" providerId="None" clId="Web-{C2CDE18F-3671-4A25-B12E-01C79ECF359D}" dt="2024-10-21T13:48:07.810" v="111" actId="14100"/>
      <pc:docMkLst>
        <pc:docMk/>
      </pc:docMkLst>
      <pc:sldChg chg="modSp">
        <pc:chgData name="Hector Triana Lopez" userId="lNhGNRoEKTjvpZNftWYK8DHNXS2CM1UtyBegtxjJlqY=" providerId="None" clId="Web-{C2CDE18F-3671-4A25-B12E-01C79ECF359D}" dt="2024-10-21T13:44:09.335" v="87" actId="20577"/>
        <pc:sldMkLst>
          <pc:docMk/>
          <pc:sldMk cId="303365160" sldId="262"/>
        </pc:sldMkLst>
        <pc:spChg chg="mod">
          <ac:chgData name="Hector Triana Lopez" userId="lNhGNRoEKTjvpZNftWYK8DHNXS2CM1UtyBegtxjJlqY=" providerId="None" clId="Web-{C2CDE18F-3671-4A25-B12E-01C79ECF359D}" dt="2024-10-21T13:44:09.335" v="87" actId="20577"/>
          <ac:spMkLst>
            <pc:docMk/>
            <pc:sldMk cId="303365160" sldId="262"/>
            <ac:spMk id="3" creationId="{15A950E1-B4D4-A06B-19A4-15B9FFB5788A}"/>
          </ac:spMkLst>
        </pc:spChg>
      </pc:sldChg>
      <pc:sldChg chg="modSp">
        <pc:chgData name="Hector Triana Lopez" userId="lNhGNRoEKTjvpZNftWYK8DHNXS2CM1UtyBegtxjJlqY=" providerId="None" clId="Web-{C2CDE18F-3671-4A25-B12E-01C79ECF359D}" dt="2024-10-21T13:48:07.810" v="111" actId="14100"/>
        <pc:sldMkLst>
          <pc:docMk/>
          <pc:sldMk cId="3541783162" sldId="263"/>
        </pc:sldMkLst>
        <pc:spChg chg="mod">
          <ac:chgData name="Hector Triana Lopez" userId="lNhGNRoEKTjvpZNftWYK8DHNXS2CM1UtyBegtxjJlqY=" providerId="None" clId="Web-{C2CDE18F-3671-4A25-B12E-01C79ECF359D}" dt="2024-10-21T13:48:07.810" v="111" actId="14100"/>
          <ac:spMkLst>
            <pc:docMk/>
            <pc:sldMk cId="3541783162" sldId="263"/>
            <ac:spMk id="3" creationId="{EBFE712D-CCDA-BD08-A769-2C8823E4C25E}"/>
          </ac:spMkLst>
        </pc:spChg>
      </pc:sldChg>
      <pc:sldChg chg="addSp modSp new">
        <pc:chgData name="Hector Triana Lopez" userId="lNhGNRoEKTjvpZNftWYK8DHNXS2CM1UtyBegtxjJlqY=" providerId="None" clId="Web-{C2CDE18F-3671-4A25-B12E-01C79ECF359D}" dt="2024-10-21T13:38:32.419" v="30" actId="1076"/>
        <pc:sldMkLst>
          <pc:docMk/>
          <pc:sldMk cId="4100784356" sldId="265"/>
        </pc:sldMkLst>
        <pc:spChg chg="add mod">
          <ac:chgData name="Hector Triana Lopez" userId="lNhGNRoEKTjvpZNftWYK8DHNXS2CM1UtyBegtxjJlqY=" providerId="None" clId="Web-{C2CDE18F-3671-4A25-B12E-01C79ECF359D}" dt="2024-10-21T13:38:26.841" v="29" actId="20577"/>
          <ac:spMkLst>
            <pc:docMk/>
            <pc:sldMk cId="4100784356" sldId="265"/>
            <ac:spMk id="2" creationId="{A2ADB5A0-ECAA-9976-D34A-0236BC246929}"/>
          </ac:spMkLst>
        </pc:spChg>
        <pc:spChg chg="add mod">
          <ac:chgData name="Hector Triana Lopez" userId="lNhGNRoEKTjvpZNftWYK8DHNXS2CM1UtyBegtxjJlqY=" providerId="None" clId="Web-{C2CDE18F-3671-4A25-B12E-01C79ECF359D}" dt="2024-10-21T13:38:32.419" v="30" actId="1076"/>
          <ac:spMkLst>
            <pc:docMk/>
            <pc:sldMk cId="4100784356" sldId="265"/>
            <ac:spMk id="4" creationId="{952F64F8-A44D-ED36-EF6E-F6CBB2DED32E}"/>
          </ac:spMkLst>
        </pc:spChg>
        <pc:picChg chg="add mod">
          <ac:chgData name="Hector Triana Lopez" userId="lNhGNRoEKTjvpZNftWYK8DHNXS2CM1UtyBegtxjJlqY=" providerId="None" clId="Web-{C2CDE18F-3671-4A25-B12E-01C79ECF359D}" dt="2024-10-21T13:38:05.949" v="19" actId="1076"/>
          <ac:picMkLst>
            <pc:docMk/>
            <pc:sldMk cId="4100784356" sldId="265"/>
            <ac:picMk id="3" creationId="{DD4508A4-362D-4AC5-9848-ED6C425944BE}"/>
          </ac:picMkLst>
        </pc:picChg>
      </pc:sldChg>
      <pc:sldChg chg="addSp modSp new">
        <pc:chgData name="Hector Triana Lopez" userId="lNhGNRoEKTjvpZNftWYK8DHNXS2CM1UtyBegtxjJlqY=" providerId="None" clId="Web-{C2CDE18F-3671-4A25-B12E-01C79ECF359D}" dt="2024-10-21T13:40:43.282" v="51" actId="1076"/>
        <pc:sldMkLst>
          <pc:docMk/>
          <pc:sldMk cId="2285102958" sldId="266"/>
        </pc:sldMkLst>
        <pc:spChg chg="add mod">
          <ac:chgData name="Hector Triana Lopez" userId="lNhGNRoEKTjvpZNftWYK8DHNXS2CM1UtyBegtxjJlqY=" providerId="None" clId="Web-{C2CDE18F-3671-4A25-B12E-01C79ECF359D}" dt="2024-10-21T13:40:43.282" v="51" actId="1076"/>
          <ac:spMkLst>
            <pc:docMk/>
            <pc:sldMk cId="2285102958" sldId="266"/>
            <ac:spMk id="3" creationId="{4FF92897-1CC3-C263-7F8B-4E6421779313}"/>
          </ac:spMkLst>
        </pc:spChg>
        <pc:picChg chg="add mod">
          <ac:chgData name="Hector Triana Lopez" userId="lNhGNRoEKTjvpZNftWYK8DHNXS2CM1UtyBegtxjJlqY=" providerId="None" clId="Web-{C2CDE18F-3671-4A25-B12E-01C79ECF359D}" dt="2024-10-21T13:39:49.984" v="37" actId="1076"/>
          <ac:picMkLst>
            <pc:docMk/>
            <pc:sldMk cId="2285102958" sldId="266"/>
            <ac:picMk id="2" creationId="{91216912-729A-3EF5-0DC9-3BA13E04A409}"/>
          </ac:picMkLst>
        </pc:picChg>
      </pc:sldChg>
    </pc:docChg>
  </pc:docChgLst>
  <pc:docChgLst>
    <pc:chgData name="Hector Triana Lopez" userId="lNhGNRoEKTjvpZNftWYK8DHNXS2CM1UtyBegtxjJlqY=" providerId="None" clId="Web-{490EF610-99B0-45A7-8A26-0CCDB53709C7}"/>
    <pc:docChg chg="addSld modSld">
      <pc:chgData name="Hector Triana Lopez" userId="lNhGNRoEKTjvpZNftWYK8DHNXS2CM1UtyBegtxjJlqY=" providerId="None" clId="Web-{490EF610-99B0-45A7-8A26-0CCDB53709C7}" dt="2024-11-13T19:26:42.459" v="107" actId="20577"/>
      <pc:docMkLst>
        <pc:docMk/>
      </pc:docMkLst>
      <pc:sldChg chg="modSp">
        <pc:chgData name="Hector Triana Lopez" userId="lNhGNRoEKTjvpZNftWYK8DHNXS2CM1UtyBegtxjJlqY=" providerId="None" clId="Web-{490EF610-99B0-45A7-8A26-0CCDB53709C7}" dt="2024-11-13T19:26:42.459" v="107" actId="20577"/>
        <pc:sldMkLst>
          <pc:docMk/>
          <pc:sldMk cId="109857222" sldId="256"/>
        </pc:sldMkLst>
        <pc:spChg chg="mod">
          <ac:chgData name="Hector Triana Lopez" userId="lNhGNRoEKTjvpZNftWYK8DHNXS2CM1UtyBegtxjJlqY=" providerId="None" clId="Web-{490EF610-99B0-45A7-8A26-0CCDB53709C7}" dt="2024-11-13T19:26:42.459" v="107" actId="20577"/>
          <ac:spMkLst>
            <pc:docMk/>
            <pc:sldMk cId="109857222" sldId="256"/>
            <ac:spMk id="5" creationId="{524E7710-9BBE-3049-927A-5CB8DFA4FBE4}"/>
          </ac:spMkLst>
        </pc:spChg>
      </pc:sldChg>
      <pc:sldChg chg="delSp">
        <pc:chgData name="Hector Triana Lopez" userId="lNhGNRoEKTjvpZNftWYK8DHNXS2CM1UtyBegtxjJlqY=" providerId="None" clId="Web-{490EF610-99B0-45A7-8A26-0CCDB53709C7}" dt="2024-11-13T19:13:57.930" v="5"/>
        <pc:sldMkLst>
          <pc:docMk/>
          <pc:sldMk cId="3446434520" sldId="260"/>
        </pc:sldMkLst>
        <pc:spChg chg="del">
          <ac:chgData name="Hector Triana Lopez" userId="lNhGNRoEKTjvpZNftWYK8DHNXS2CM1UtyBegtxjJlqY=" providerId="None" clId="Web-{490EF610-99B0-45A7-8A26-0CCDB53709C7}" dt="2024-11-13T19:13:57.930" v="4"/>
          <ac:spMkLst>
            <pc:docMk/>
            <pc:sldMk cId="3446434520" sldId="260"/>
            <ac:spMk id="4" creationId="{E98FD9AA-2530-2DD5-7EAE-4C7449A8FFA2}"/>
          </ac:spMkLst>
        </pc:spChg>
        <pc:picChg chg="del">
          <ac:chgData name="Hector Triana Lopez" userId="lNhGNRoEKTjvpZNftWYK8DHNXS2CM1UtyBegtxjJlqY=" providerId="None" clId="Web-{490EF610-99B0-45A7-8A26-0CCDB53709C7}" dt="2024-11-13T19:13:57.930" v="5"/>
          <ac:picMkLst>
            <pc:docMk/>
            <pc:sldMk cId="3446434520" sldId="260"/>
            <ac:picMk id="2" creationId="{6F9795D9-1E61-C919-3D77-71A4486C12CC}"/>
          </ac:picMkLst>
        </pc:picChg>
      </pc:sldChg>
      <pc:sldChg chg="modSp">
        <pc:chgData name="Hector Triana Lopez" userId="lNhGNRoEKTjvpZNftWYK8DHNXS2CM1UtyBegtxjJlqY=" providerId="None" clId="Web-{490EF610-99B0-45A7-8A26-0CCDB53709C7}" dt="2024-11-13T17:12:57.515" v="1" actId="20577"/>
        <pc:sldMkLst>
          <pc:docMk/>
          <pc:sldMk cId="303365160" sldId="262"/>
        </pc:sldMkLst>
        <pc:spChg chg="mod">
          <ac:chgData name="Hector Triana Lopez" userId="lNhGNRoEKTjvpZNftWYK8DHNXS2CM1UtyBegtxjJlqY=" providerId="None" clId="Web-{490EF610-99B0-45A7-8A26-0CCDB53709C7}" dt="2024-11-13T17:12:57.515" v="1" actId="20577"/>
          <ac:spMkLst>
            <pc:docMk/>
            <pc:sldMk cId="303365160" sldId="262"/>
            <ac:spMk id="3" creationId="{15A950E1-B4D4-A06B-19A4-15B9FFB5788A}"/>
          </ac:spMkLst>
        </pc:spChg>
      </pc:sldChg>
      <pc:sldChg chg="modSp">
        <pc:chgData name="Hector Triana Lopez" userId="lNhGNRoEKTjvpZNftWYK8DHNXS2CM1UtyBegtxjJlqY=" providerId="None" clId="Web-{490EF610-99B0-45A7-8A26-0CCDB53709C7}" dt="2024-11-13T19:26:10.756" v="100" actId="20577"/>
        <pc:sldMkLst>
          <pc:docMk/>
          <pc:sldMk cId="3541783162" sldId="263"/>
        </pc:sldMkLst>
        <pc:spChg chg="mod">
          <ac:chgData name="Hector Triana Lopez" userId="lNhGNRoEKTjvpZNftWYK8DHNXS2CM1UtyBegtxjJlqY=" providerId="None" clId="Web-{490EF610-99B0-45A7-8A26-0CCDB53709C7}" dt="2024-11-13T19:26:10.756" v="100" actId="20577"/>
          <ac:spMkLst>
            <pc:docMk/>
            <pc:sldMk cId="3541783162" sldId="263"/>
            <ac:spMk id="3" creationId="{EBFE712D-CCDA-BD08-A769-2C8823E4C25E}"/>
          </ac:spMkLst>
        </pc:spChg>
      </pc:sldChg>
      <pc:sldChg chg="addSp delSp modSp add replId">
        <pc:chgData name="Hector Triana Lopez" userId="lNhGNRoEKTjvpZNftWYK8DHNXS2CM1UtyBegtxjJlqY=" providerId="None" clId="Web-{490EF610-99B0-45A7-8A26-0CCDB53709C7}" dt="2024-11-13T19:24:56.131" v="60" actId="14100"/>
        <pc:sldMkLst>
          <pc:docMk/>
          <pc:sldMk cId="2257034204" sldId="270"/>
        </pc:sldMkLst>
        <pc:spChg chg="add mod">
          <ac:chgData name="Hector Triana Lopez" userId="lNhGNRoEKTjvpZNftWYK8DHNXS2CM1UtyBegtxjJlqY=" providerId="None" clId="Web-{490EF610-99B0-45A7-8A26-0CCDB53709C7}" dt="2024-11-13T19:14:07.305" v="8" actId="1076"/>
          <ac:spMkLst>
            <pc:docMk/>
            <pc:sldMk cId="2257034204" sldId="270"/>
            <ac:spMk id="4" creationId="{E98FD9AA-2530-2DD5-7EAE-4C7449A8FFA2}"/>
          </ac:spMkLst>
        </pc:spChg>
        <pc:spChg chg="add mod">
          <ac:chgData name="Hector Triana Lopez" userId="lNhGNRoEKTjvpZNftWYK8DHNXS2CM1UtyBegtxjJlqY=" providerId="None" clId="Web-{490EF610-99B0-45A7-8A26-0CCDB53709C7}" dt="2024-11-13T19:21:20.679" v="50" actId="1076"/>
          <ac:spMkLst>
            <pc:docMk/>
            <pc:sldMk cId="2257034204" sldId="270"/>
            <ac:spMk id="7" creationId="{A6960BD5-DD10-1C30-38B4-9014F66E4D29}"/>
          </ac:spMkLst>
        </pc:spChg>
        <pc:spChg chg="add mod">
          <ac:chgData name="Hector Triana Lopez" userId="lNhGNRoEKTjvpZNftWYK8DHNXS2CM1UtyBegtxjJlqY=" providerId="None" clId="Web-{490EF610-99B0-45A7-8A26-0CCDB53709C7}" dt="2024-11-13T19:24:56.131" v="60" actId="14100"/>
          <ac:spMkLst>
            <pc:docMk/>
            <pc:sldMk cId="2257034204" sldId="270"/>
            <ac:spMk id="10" creationId="{206698FD-471A-01B0-76F7-979993E32083}"/>
          </ac:spMkLst>
        </pc:spChg>
        <pc:picChg chg="add mod">
          <ac:chgData name="Hector Triana Lopez" userId="lNhGNRoEKTjvpZNftWYK8DHNXS2CM1UtyBegtxjJlqY=" providerId="None" clId="Web-{490EF610-99B0-45A7-8A26-0CCDB53709C7}" dt="2024-11-13T19:20:41.898" v="24" actId="1076"/>
          <ac:picMkLst>
            <pc:docMk/>
            <pc:sldMk cId="2257034204" sldId="270"/>
            <ac:picMk id="2" creationId="{6F9795D9-1E61-C919-3D77-71A4486C12CC}"/>
          </ac:picMkLst>
        </pc:picChg>
        <pc:picChg chg="del">
          <ac:chgData name="Hector Triana Lopez" userId="lNhGNRoEKTjvpZNftWYK8DHNXS2CM1UtyBegtxjJlqY=" providerId="None" clId="Web-{490EF610-99B0-45A7-8A26-0CCDB53709C7}" dt="2024-11-13T19:13:47.774" v="3"/>
          <ac:picMkLst>
            <pc:docMk/>
            <pc:sldMk cId="2257034204" sldId="270"/>
            <ac:picMk id="3" creationId="{E9646654-29DE-6823-7C2D-4AA57C2C2C82}"/>
          </ac:picMkLst>
        </pc:picChg>
        <pc:picChg chg="add mod">
          <ac:chgData name="Hector Triana Lopez" userId="lNhGNRoEKTjvpZNftWYK8DHNXS2CM1UtyBegtxjJlqY=" providerId="None" clId="Web-{490EF610-99B0-45A7-8A26-0CCDB53709C7}" dt="2024-11-13T19:20:43.648" v="25" actId="1076"/>
          <ac:picMkLst>
            <pc:docMk/>
            <pc:sldMk cId="2257034204" sldId="270"/>
            <ac:picMk id="5" creationId="{70BEF09D-3A6B-E58A-EB86-B87836A7EB56}"/>
          </ac:picMkLst>
        </pc:picChg>
        <pc:picChg chg="add mod modCrop">
          <ac:chgData name="Hector Triana Lopez" userId="lNhGNRoEKTjvpZNftWYK8DHNXS2CM1UtyBegtxjJlqY=" providerId="None" clId="Web-{490EF610-99B0-45A7-8A26-0CCDB53709C7}" dt="2024-11-13T19:21:17.991" v="49" actId="1076"/>
          <ac:picMkLst>
            <pc:docMk/>
            <pc:sldMk cId="2257034204" sldId="270"/>
            <ac:picMk id="6" creationId="{E79B7EF0-11FA-DDC0-4D50-3D5C28978FE5}"/>
          </ac:picMkLst>
        </pc:picChg>
        <pc:picChg chg="add mod">
          <ac:chgData name="Hector Triana Lopez" userId="lNhGNRoEKTjvpZNftWYK8DHNXS2CM1UtyBegtxjJlqY=" providerId="None" clId="Web-{490EF610-99B0-45A7-8A26-0CCDB53709C7}" dt="2024-11-13T19:21:21.866" v="51" actId="1076"/>
          <ac:picMkLst>
            <pc:docMk/>
            <pc:sldMk cId="2257034204" sldId="270"/>
            <ac:picMk id="8" creationId="{2CAF44D7-5620-9B72-2D78-8B77AF2B91A2}"/>
          </ac:picMkLst>
        </pc:picChg>
        <pc:picChg chg="add mod">
          <ac:chgData name="Hector Triana Lopez" userId="lNhGNRoEKTjvpZNftWYK8DHNXS2CM1UtyBegtxjJlqY=" providerId="None" clId="Web-{490EF610-99B0-45A7-8A26-0CCDB53709C7}" dt="2024-11-13T19:23:52.678" v="56" actId="14100"/>
          <ac:picMkLst>
            <pc:docMk/>
            <pc:sldMk cId="2257034204" sldId="270"/>
            <ac:picMk id="9" creationId="{8E532B29-DC44-D58F-41A3-025406F9B6B7}"/>
          </ac:picMkLst>
        </pc:picChg>
      </pc:sldChg>
    </pc:docChg>
  </pc:docChgLst>
  <pc:docChgLst>
    <pc:chgData name="Hector Triana Lopez" userId="lNhGNRoEKTjvpZNftWYK8DHNXS2CM1UtyBegtxjJlqY=" providerId="None" clId="Web-{24C34118-40AE-447E-AAAE-D1D18972031A}"/>
    <pc:docChg chg="addSld delSld modSld">
      <pc:chgData name="Hector Triana Lopez" userId="lNhGNRoEKTjvpZNftWYK8DHNXS2CM1UtyBegtxjJlqY=" providerId="None" clId="Web-{24C34118-40AE-447E-AAAE-D1D18972031A}" dt="2024-10-29T19:23:45.417" v="457" actId="1076"/>
      <pc:docMkLst>
        <pc:docMk/>
      </pc:docMkLst>
      <pc:sldChg chg="modSp">
        <pc:chgData name="Hector Triana Lopez" userId="lNhGNRoEKTjvpZNftWYK8DHNXS2CM1UtyBegtxjJlqY=" providerId="None" clId="Web-{24C34118-40AE-447E-AAAE-D1D18972031A}" dt="2024-10-29T19:23:45.417" v="457" actId="1076"/>
        <pc:sldMkLst>
          <pc:docMk/>
          <pc:sldMk cId="109857222" sldId="256"/>
        </pc:sldMkLst>
        <pc:spChg chg="mod">
          <ac:chgData name="Hector Triana Lopez" userId="lNhGNRoEKTjvpZNftWYK8DHNXS2CM1UtyBegtxjJlqY=" providerId="None" clId="Web-{24C34118-40AE-447E-AAAE-D1D18972031A}" dt="2024-10-29T19:23:45.417" v="457" actId="1076"/>
          <ac:spMkLst>
            <pc:docMk/>
            <pc:sldMk cId="109857222" sldId="256"/>
            <ac:spMk id="5" creationId="{524E7710-9BBE-3049-927A-5CB8DFA4FBE4}"/>
          </ac:spMkLst>
        </pc:spChg>
      </pc:sldChg>
      <pc:sldChg chg="addSp delSp modSp">
        <pc:chgData name="Hector Triana Lopez" userId="lNhGNRoEKTjvpZNftWYK8DHNXS2CM1UtyBegtxjJlqY=" providerId="None" clId="Web-{24C34118-40AE-447E-AAAE-D1D18972031A}" dt="2024-10-29T18:36:13.805" v="26" actId="1076"/>
        <pc:sldMkLst>
          <pc:docMk/>
          <pc:sldMk cId="205415128" sldId="257"/>
        </pc:sldMkLst>
        <pc:spChg chg="mod">
          <ac:chgData name="Hector Triana Lopez" userId="lNhGNRoEKTjvpZNftWYK8DHNXS2CM1UtyBegtxjJlqY=" providerId="None" clId="Web-{24C34118-40AE-447E-AAAE-D1D18972031A}" dt="2024-10-29T18:34:56.238" v="1" actId="20577"/>
          <ac:spMkLst>
            <pc:docMk/>
            <pc:sldMk cId="205415128" sldId="257"/>
            <ac:spMk id="4" creationId="{23BD9D59-B0B6-F06D-D922-AAA3AA001612}"/>
          </ac:spMkLst>
        </pc:spChg>
        <pc:spChg chg="mod">
          <ac:chgData name="Hector Triana Lopez" userId="lNhGNRoEKTjvpZNftWYK8DHNXS2CM1UtyBegtxjJlqY=" providerId="None" clId="Web-{24C34118-40AE-447E-AAAE-D1D18972031A}" dt="2024-10-29T18:35:39.459" v="19" actId="1076"/>
          <ac:spMkLst>
            <pc:docMk/>
            <pc:sldMk cId="205415128" sldId="257"/>
            <ac:spMk id="5" creationId="{A47A22CD-F09D-AE5F-9D39-CFCC3F8EFC9B}"/>
          </ac:spMkLst>
        </pc:spChg>
        <pc:picChg chg="add mod">
          <ac:chgData name="Hector Triana Lopez" userId="lNhGNRoEKTjvpZNftWYK8DHNXS2CM1UtyBegtxjJlqY=" providerId="None" clId="Web-{24C34118-40AE-447E-AAAE-D1D18972031A}" dt="2024-10-29T18:36:13.805" v="26" actId="1076"/>
          <ac:picMkLst>
            <pc:docMk/>
            <pc:sldMk cId="205415128" sldId="257"/>
            <ac:picMk id="2" creationId="{A8543640-A71E-A067-C90F-C906446E819D}"/>
          </ac:picMkLst>
        </pc:picChg>
        <pc:picChg chg="del">
          <ac:chgData name="Hector Triana Lopez" userId="lNhGNRoEKTjvpZNftWYK8DHNXS2CM1UtyBegtxjJlqY=" providerId="None" clId="Web-{24C34118-40AE-447E-AAAE-D1D18972031A}" dt="2024-10-29T18:35:59.945" v="20"/>
          <ac:picMkLst>
            <pc:docMk/>
            <pc:sldMk cId="205415128" sldId="257"/>
            <ac:picMk id="6" creationId="{0658E172-0992-C5E4-1FF4-B5D3950F589A}"/>
          </ac:picMkLst>
        </pc:picChg>
      </pc:sldChg>
      <pc:sldChg chg="addSp delSp modSp">
        <pc:chgData name="Hector Triana Lopez" userId="lNhGNRoEKTjvpZNftWYK8DHNXS2CM1UtyBegtxjJlqY=" providerId="None" clId="Web-{24C34118-40AE-447E-AAAE-D1D18972031A}" dt="2024-10-29T19:01:48.751" v="158" actId="14100"/>
        <pc:sldMkLst>
          <pc:docMk/>
          <pc:sldMk cId="2423518267" sldId="258"/>
        </pc:sldMkLst>
        <pc:spChg chg="del mod">
          <ac:chgData name="Hector Triana Lopez" userId="lNhGNRoEKTjvpZNftWYK8DHNXS2CM1UtyBegtxjJlqY=" providerId="None" clId="Web-{24C34118-40AE-447E-AAAE-D1D18972031A}" dt="2024-10-29T19:00:49.013" v="136"/>
          <ac:spMkLst>
            <pc:docMk/>
            <pc:sldMk cId="2423518267" sldId="258"/>
            <ac:spMk id="4" creationId="{E7409DC5-F417-C79E-B569-117BA56F35E6}"/>
          </ac:spMkLst>
        </pc:spChg>
        <pc:spChg chg="mod">
          <ac:chgData name="Hector Triana Lopez" userId="lNhGNRoEKTjvpZNftWYK8DHNXS2CM1UtyBegtxjJlqY=" providerId="None" clId="Web-{24C34118-40AE-447E-AAAE-D1D18972031A}" dt="2024-10-29T19:01:45.033" v="157" actId="20577"/>
          <ac:spMkLst>
            <pc:docMk/>
            <pc:sldMk cId="2423518267" sldId="258"/>
            <ac:spMk id="5" creationId="{AE41CB5C-18DE-AEBB-10E7-9412C23A1F27}"/>
          </ac:spMkLst>
        </pc:spChg>
        <pc:spChg chg="add mod">
          <ac:chgData name="Hector Triana Lopez" userId="lNhGNRoEKTjvpZNftWYK8DHNXS2CM1UtyBegtxjJlqY=" providerId="None" clId="Web-{24C34118-40AE-447E-AAAE-D1D18972031A}" dt="2024-10-29T19:00:57.529" v="139" actId="20577"/>
          <ac:spMkLst>
            <pc:docMk/>
            <pc:sldMk cId="2423518267" sldId="258"/>
            <ac:spMk id="8" creationId="{1E268C44-E77E-2ECA-034F-9935011342D0}"/>
          </ac:spMkLst>
        </pc:spChg>
        <pc:picChg chg="del">
          <ac:chgData name="Hector Triana Lopez" userId="lNhGNRoEKTjvpZNftWYK8DHNXS2CM1UtyBegtxjJlqY=" providerId="None" clId="Web-{24C34118-40AE-447E-AAAE-D1D18972031A}" dt="2024-10-29T18:36:40.292" v="27"/>
          <ac:picMkLst>
            <pc:docMk/>
            <pc:sldMk cId="2423518267" sldId="258"/>
            <ac:picMk id="2" creationId="{F2B030FD-AC4C-0154-1CD2-70BF28D94A00}"/>
          </ac:picMkLst>
        </pc:picChg>
        <pc:picChg chg="del">
          <ac:chgData name="Hector Triana Lopez" userId="lNhGNRoEKTjvpZNftWYK8DHNXS2CM1UtyBegtxjJlqY=" providerId="None" clId="Web-{24C34118-40AE-447E-AAAE-D1D18972031A}" dt="2024-10-29T18:36:41.073" v="28"/>
          <ac:picMkLst>
            <pc:docMk/>
            <pc:sldMk cId="2423518267" sldId="258"/>
            <ac:picMk id="3" creationId="{BDBD9C9C-DF6F-DFA6-1EFE-12F37E6E7BD8}"/>
          </ac:picMkLst>
        </pc:picChg>
        <pc:picChg chg="add mod">
          <ac:chgData name="Hector Triana Lopez" userId="lNhGNRoEKTjvpZNftWYK8DHNXS2CM1UtyBegtxjJlqY=" providerId="None" clId="Web-{24C34118-40AE-447E-AAAE-D1D18972031A}" dt="2024-10-29T19:01:48.751" v="158" actId="14100"/>
          <ac:picMkLst>
            <pc:docMk/>
            <pc:sldMk cId="2423518267" sldId="258"/>
            <ac:picMk id="6" creationId="{FAEB2FBB-0BD0-698B-5469-73A3398C3A8C}"/>
          </ac:picMkLst>
        </pc:picChg>
      </pc:sldChg>
      <pc:sldChg chg="del">
        <pc:chgData name="Hector Triana Lopez" userId="lNhGNRoEKTjvpZNftWYK8DHNXS2CM1UtyBegtxjJlqY=" providerId="None" clId="Web-{24C34118-40AE-447E-AAAE-D1D18972031A}" dt="2024-10-29T19:13:06.687" v="274"/>
        <pc:sldMkLst>
          <pc:docMk/>
          <pc:sldMk cId="2177410942" sldId="259"/>
        </pc:sldMkLst>
      </pc:sldChg>
      <pc:sldChg chg="addSp delSp modSp">
        <pc:chgData name="Hector Triana Lopez" userId="lNhGNRoEKTjvpZNftWYK8DHNXS2CM1UtyBegtxjJlqY=" providerId="None" clId="Web-{24C34118-40AE-447E-AAAE-D1D18972031A}" dt="2024-10-29T19:12:37.013" v="273" actId="1076"/>
        <pc:sldMkLst>
          <pc:docMk/>
          <pc:sldMk cId="3446434520" sldId="260"/>
        </pc:sldMkLst>
        <pc:spChg chg="del">
          <ac:chgData name="Hector Triana Lopez" userId="lNhGNRoEKTjvpZNftWYK8DHNXS2CM1UtyBegtxjJlqY=" providerId="None" clId="Web-{24C34118-40AE-447E-AAAE-D1D18972031A}" dt="2024-10-29T19:02:58.365" v="159"/>
          <ac:spMkLst>
            <pc:docMk/>
            <pc:sldMk cId="3446434520" sldId="260"/>
            <ac:spMk id="2" creationId="{53F6117F-E69D-3BDF-0FDD-0A88CF949B86}"/>
          </ac:spMkLst>
        </pc:spChg>
        <pc:spChg chg="del">
          <ac:chgData name="Hector Triana Lopez" userId="lNhGNRoEKTjvpZNftWYK8DHNXS2CM1UtyBegtxjJlqY=" providerId="None" clId="Web-{24C34118-40AE-447E-AAAE-D1D18972031A}" dt="2024-10-29T19:03:14.835" v="175"/>
          <ac:spMkLst>
            <pc:docMk/>
            <pc:sldMk cId="3446434520" sldId="260"/>
            <ac:spMk id="5" creationId="{5EA0F0E4-3FC5-4455-C4A2-0D351A0520FB}"/>
          </ac:spMkLst>
        </pc:spChg>
        <pc:spChg chg="add mod">
          <ac:chgData name="Hector Triana Lopez" userId="lNhGNRoEKTjvpZNftWYK8DHNXS2CM1UtyBegtxjJlqY=" providerId="None" clId="Web-{24C34118-40AE-447E-AAAE-D1D18972031A}" dt="2024-10-29T19:03:12.288" v="172" actId="20577"/>
          <ac:spMkLst>
            <pc:docMk/>
            <pc:sldMk cId="3446434520" sldId="260"/>
            <ac:spMk id="7" creationId="{FDAE4861-F461-CC67-D788-5C5A4F33DC6C}"/>
          </ac:spMkLst>
        </pc:spChg>
        <pc:spChg chg="add mod">
          <ac:chgData name="Hector Triana Lopez" userId="lNhGNRoEKTjvpZNftWYK8DHNXS2CM1UtyBegtxjJlqY=" providerId="None" clId="Web-{24C34118-40AE-447E-AAAE-D1D18972031A}" dt="2024-10-29T19:12:37.013" v="273" actId="1076"/>
          <ac:spMkLst>
            <pc:docMk/>
            <pc:sldMk cId="3446434520" sldId="260"/>
            <ac:spMk id="10" creationId="{B2389A2C-09CE-77E9-387C-D648ABACAD53}"/>
          </ac:spMkLst>
        </pc:spChg>
        <pc:picChg chg="del">
          <ac:chgData name="Hector Triana Lopez" userId="lNhGNRoEKTjvpZNftWYK8DHNXS2CM1UtyBegtxjJlqY=" providerId="None" clId="Web-{24C34118-40AE-447E-AAAE-D1D18972031A}" dt="2024-10-29T19:03:13.398" v="173"/>
          <ac:picMkLst>
            <pc:docMk/>
            <pc:sldMk cId="3446434520" sldId="260"/>
            <ac:picMk id="3" creationId="{F569A88F-B6F8-6EC6-2750-C84007FE75D5}"/>
          </ac:picMkLst>
        </pc:picChg>
        <pc:picChg chg="del">
          <ac:chgData name="Hector Triana Lopez" userId="lNhGNRoEKTjvpZNftWYK8DHNXS2CM1UtyBegtxjJlqY=" providerId="None" clId="Web-{24C34118-40AE-447E-AAAE-D1D18972031A}" dt="2024-10-29T19:03:13.992" v="174"/>
          <ac:picMkLst>
            <pc:docMk/>
            <pc:sldMk cId="3446434520" sldId="260"/>
            <ac:picMk id="4" creationId="{E2F2DD8E-53A6-ABF1-07C7-FF380F079A12}"/>
          </ac:picMkLst>
        </pc:picChg>
        <pc:picChg chg="add del mod">
          <ac:chgData name="Hector Triana Lopez" userId="lNhGNRoEKTjvpZNftWYK8DHNXS2CM1UtyBegtxjJlqY=" providerId="None" clId="Web-{24C34118-40AE-447E-AAAE-D1D18972031A}" dt="2024-10-29T19:04:26.324" v="180"/>
          <ac:picMkLst>
            <pc:docMk/>
            <pc:sldMk cId="3446434520" sldId="260"/>
            <ac:picMk id="8" creationId="{8CCAF7A6-979C-7599-39CA-C368D19D8BD2}"/>
          </ac:picMkLst>
        </pc:picChg>
        <pc:picChg chg="add mod">
          <ac:chgData name="Hector Triana Lopez" userId="lNhGNRoEKTjvpZNftWYK8DHNXS2CM1UtyBegtxjJlqY=" providerId="None" clId="Web-{24C34118-40AE-447E-AAAE-D1D18972031A}" dt="2024-10-29T19:12:34.763" v="272" actId="1076"/>
          <ac:picMkLst>
            <pc:docMk/>
            <pc:sldMk cId="3446434520" sldId="260"/>
            <ac:picMk id="9" creationId="{28B879FD-86D0-E5FB-EDAC-8F3450050F7E}"/>
          </ac:picMkLst>
        </pc:picChg>
      </pc:sldChg>
      <pc:sldChg chg="addSp delSp modSp">
        <pc:chgData name="Hector Triana Lopez" userId="lNhGNRoEKTjvpZNftWYK8DHNXS2CM1UtyBegtxjJlqY=" providerId="None" clId="Web-{24C34118-40AE-447E-AAAE-D1D18972031A}" dt="2024-10-29T19:19:27.541" v="320" actId="1076"/>
        <pc:sldMkLst>
          <pc:docMk/>
          <pc:sldMk cId="2448954374" sldId="261"/>
        </pc:sldMkLst>
        <pc:spChg chg="mod">
          <ac:chgData name="Hector Triana Lopez" userId="lNhGNRoEKTjvpZNftWYK8DHNXS2CM1UtyBegtxjJlqY=" providerId="None" clId="Web-{24C34118-40AE-447E-AAAE-D1D18972031A}" dt="2024-10-29T19:19:20.962" v="316" actId="1076"/>
          <ac:spMkLst>
            <pc:docMk/>
            <pc:sldMk cId="2448954374" sldId="261"/>
            <ac:spMk id="2" creationId="{C2DF9E11-F798-ACD3-2E76-1259C1D5911C}"/>
          </ac:spMkLst>
        </pc:spChg>
        <pc:spChg chg="del">
          <ac:chgData name="Hector Triana Lopez" userId="lNhGNRoEKTjvpZNftWYK8DHNXS2CM1UtyBegtxjJlqY=" providerId="None" clId="Web-{24C34118-40AE-447E-AAAE-D1D18972031A}" dt="2024-10-29T19:16:53.765" v="286"/>
          <ac:spMkLst>
            <pc:docMk/>
            <pc:sldMk cId="2448954374" sldId="261"/>
            <ac:spMk id="3" creationId="{204244AB-2BB5-6F2A-6309-6D4017E91914}"/>
          </ac:spMkLst>
        </pc:spChg>
        <pc:spChg chg="add mod">
          <ac:chgData name="Hector Triana Lopez" userId="lNhGNRoEKTjvpZNftWYK8DHNXS2CM1UtyBegtxjJlqY=" providerId="None" clId="Web-{24C34118-40AE-447E-AAAE-D1D18972031A}" dt="2024-10-29T19:19:09.352" v="312" actId="1076"/>
          <ac:spMkLst>
            <pc:docMk/>
            <pc:sldMk cId="2448954374" sldId="261"/>
            <ac:spMk id="8" creationId="{865AC648-4718-E91C-2EE7-C7AFBA343F2E}"/>
          </ac:spMkLst>
        </pc:spChg>
        <pc:picChg chg="del">
          <ac:chgData name="Hector Triana Lopez" userId="lNhGNRoEKTjvpZNftWYK8DHNXS2CM1UtyBegtxjJlqY=" providerId="None" clId="Web-{24C34118-40AE-447E-AAAE-D1D18972031A}" dt="2024-10-29T19:16:52.515" v="285"/>
          <ac:picMkLst>
            <pc:docMk/>
            <pc:sldMk cId="2448954374" sldId="261"/>
            <ac:picMk id="4" creationId="{122AB780-F627-AB1E-441F-1A7840589BBC}"/>
          </ac:picMkLst>
        </pc:picChg>
        <pc:picChg chg="del">
          <ac:chgData name="Hector Triana Lopez" userId="lNhGNRoEKTjvpZNftWYK8DHNXS2CM1UtyBegtxjJlqY=" providerId="None" clId="Web-{24C34118-40AE-447E-AAAE-D1D18972031A}" dt="2024-10-29T19:16:54.874" v="287"/>
          <ac:picMkLst>
            <pc:docMk/>
            <pc:sldMk cId="2448954374" sldId="261"/>
            <ac:picMk id="5" creationId="{7FF10CD5-D47B-0E67-C23C-225F5080B938}"/>
          </ac:picMkLst>
        </pc:picChg>
        <pc:picChg chg="del">
          <ac:chgData name="Hector Triana Lopez" userId="lNhGNRoEKTjvpZNftWYK8DHNXS2CM1UtyBegtxjJlqY=" providerId="None" clId="Web-{24C34118-40AE-447E-AAAE-D1D18972031A}" dt="2024-10-29T19:16:51.859" v="284"/>
          <ac:picMkLst>
            <pc:docMk/>
            <pc:sldMk cId="2448954374" sldId="261"/>
            <ac:picMk id="6" creationId="{A75BE47E-410F-0C64-D663-6DF607657B02}"/>
          </ac:picMkLst>
        </pc:picChg>
        <pc:picChg chg="add mod">
          <ac:chgData name="Hector Triana Lopez" userId="lNhGNRoEKTjvpZNftWYK8DHNXS2CM1UtyBegtxjJlqY=" providerId="None" clId="Web-{24C34118-40AE-447E-AAAE-D1D18972031A}" dt="2024-10-29T19:19:27.541" v="320" actId="1076"/>
          <ac:picMkLst>
            <pc:docMk/>
            <pc:sldMk cId="2448954374" sldId="261"/>
            <ac:picMk id="9" creationId="{51C982CB-2C1A-0CB5-71F7-EC24F14D7541}"/>
          </ac:picMkLst>
        </pc:picChg>
      </pc:sldChg>
      <pc:sldChg chg="modSp">
        <pc:chgData name="Hector Triana Lopez" userId="lNhGNRoEKTjvpZNftWYK8DHNXS2CM1UtyBegtxjJlqY=" providerId="None" clId="Web-{24C34118-40AE-447E-AAAE-D1D18972031A}" dt="2024-10-29T19:21:35.159" v="390" actId="20577"/>
        <pc:sldMkLst>
          <pc:docMk/>
          <pc:sldMk cId="303365160" sldId="262"/>
        </pc:sldMkLst>
        <pc:spChg chg="mod">
          <ac:chgData name="Hector Triana Lopez" userId="lNhGNRoEKTjvpZNftWYK8DHNXS2CM1UtyBegtxjJlqY=" providerId="None" clId="Web-{24C34118-40AE-447E-AAAE-D1D18972031A}" dt="2024-10-29T19:19:42.979" v="322" actId="20577"/>
          <ac:spMkLst>
            <pc:docMk/>
            <pc:sldMk cId="303365160" sldId="262"/>
            <ac:spMk id="2" creationId="{7F6CEE9E-CA3F-07DE-7992-5C5404490F37}"/>
          </ac:spMkLst>
        </pc:spChg>
        <pc:spChg chg="mod">
          <ac:chgData name="Hector Triana Lopez" userId="lNhGNRoEKTjvpZNftWYK8DHNXS2CM1UtyBegtxjJlqY=" providerId="None" clId="Web-{24C34118-40AE-447E-AAAE-D1D18972031A}" dt="2024-10-29T19:21:35.159" v="390" actId="20577"/>
          <ac:spMkLst>
            <pc:docMk/>
            <pc:sldMk cId="303365160" sldId="262"/>
            <ac:spMk id="3" creationId="{15A950E1-B4D4-A06B-19A4-15B9FFB5788A}"/>
          </ac:spMkLst>
        </pc:spChg>
      </pc:sldChg>
      <pc:sldChg chg="modSp">
        <pc:chgData name="Hector Triana Lopez" userId="lNhGNRoEKTjvpZNftWYK8DHNXS2CM1UtyBegtxjJlqY=" providerId="None" clId="Web-{24C34118-40AE-447E-AAAE-D1D18972031A}" dt="2024-10-29T19:23:16.712" v="449" actId="20577"/>
        <pc:sldMkLst>
          <pc:docMk/>
          <pc:sldMk cId="3541783162" sldId="263"/>
        </pc:sldMkLst>
        <pc:spChg chg="mod">
          <ac:chgData name="Hector Triana Lopez" userId="lNhGNRoEKTjvpZNftWYK8DHNXS2CM1UtyBegtxjJlqY=" providerId="None" clId="Web-{24C34118-40AE-447E-AAAE-D1D18972031A}" dt="2024-10-29T19:23:16.712" v="449" actId="20577"/>
          <ac:spMkLst>
            <pc:docMk/>
            <pc:sldMk cId="3541783162" sldId="263"/>
            <ac:spMk id="3" creationId="{EBFE712D-CCDA-BD08-A769-2C8823E4C25E}"/>
          </ac:spMkLst>
        </pc:spChg>
      </pc:sldChg>
      <pc:sldChg chg="del">
        <pc:chgData name="Hector Triana Lopez" userId="lNhGNRoEKTjvpZNftWYK8DHNXS2CM1UtyBegtxjJlqY=" providerId="None" clId="Web-{24C34118-40AE-447E-AAAE-D1D18972031A}" dt="2024-10-29T19:16:39.764" v="276"/>
        <pc:sldMkLst>
          <pc:docMk/>
          <pc:sldMk cId="4100784356" sldId="265"/>
        </pc:sldMkLst>
      </pc:sldChg>
      <pc:sldChg chg="del">
        <pc:chgData name="Hector Triana Lopez" userId="lNhGNRoEKTjvpZNftWYK8DHNXS2CM1UtyBegtxjJlqY=" providerId="None" clId="Web-{24C34118-40AE-447E-AAAE-D1D18972031A}" dt="2024-10-29T19:13:15.141" v="275"/>
        <pc:sldMkLst>
          <pc:docMk/>
          <pc:sldMk cId="2285102958" sldId="266"/>
        </pc:sldMkLst>
      </pc:sldChg>
      <pc:sldChg chg="addSp delSp modSp add replId">
        <pc:chgData name="Hector Triana Lopez" userId="lNhGNRoEKTjvpZNftWYK8DHNXS2CM1UtyBegtxjJlqY=" providerId="None" clId="Web-{24C34118-40AE-447E-AAAE-D1D18972031A}" dt="2024-10-29T18:53:47.047" v="94" actId="20577"/>
        <pc:sldMkLst>
          <pc:docMk/>
          <pc:sldMk cId="1313455595" sldId="267"/>
        </pc:sldMkLst>
        <pc:spChg chg="mod">
          <ac:chgData name="Hector Triana Lopez" userId="lNhGNRoEKTjvpZNftWYK8DHNXS2CM1UtyBegtxjJlqY=" providerId="None" clId="Web-{24C34118-40AE-447E-AAAE-D1D18972031A}" dt="2024-10-29T18:53:10.623" v="84" actId="1076"/>
          <ac:spMkLst>
            <pc:docMk/>
            <pc:sldMk cId="1313455595" sldId="267"/>
            <ac:spMk id="4" creationId="{23BD9D59-B0B6-F06D-D922-AAA3AA001612}"/>
          </ac:spMkLst>
        </pc:spChg>
        <pc:spChg chg="mod">
          <ac:chgData name="Hector Triana Lopez" userId="lNhGNRoEKTjvpZNftWYK8DHNXS2CM1UtyBegtxjJlqY=" providerId="None" clId="Web-{24C34118-40AE-447E-AAAE-D1D18972031A}" dt="2024-10-29T18:53:47.047" v="94" actId="20577"/>
          <ac:spMkLst>
            <pc:docMk/>
            <pc:sldMk cId="1313455595" sldId="267"/>
            <ac:spMk id="5" creationId="{A47A22CD-F09D-AE5F-9D39-CFCC3F8EFC9B}"/>
          </ac:spMkLst>
        </pc:spChg>
        <pc:picChg chg="del">
          <ac:chgData name="Hector Triana Lopez" userId="lNhGNRoEKTjvpZNftWYK8DHNXS2CM1UtyBegtxjJlqY=" providerId="None" clId="Web-{24C34118-40AE-447E-AAAE-D1D18972031A}" dt="2024-10-29T18:46:36.769" v="46"/>
          <ac:picMkLst>
            <pc:docMk/>
            <pc:sldMk cId="1313455595" sldId="267"/>
            <ac:picMk id="2" creationId="{A8543640-A71E-A067-C90F-C906446E819D}"/>
          </ac:picMkLst>
        </pc:picChg>
        <pc:picChg chg="add mod">
          <ac:chgData name="Hector Triana Lopez" userId="lNhGNRoEKTjvpZNftWYK8DHNXS2CM1UtyBegtxjJlqY=" providerId="None" clId="Web-{24C34118-40AE-447E-AAAE-D1D18972031A}" dt="2024-10-29T18:53:31.687" v="93" actId="1076"/>
          <ac:picMkLst>
            <pc:docMk/>
            <pc:sldMk cId="1313455595" sldId="267"/>
            <ac:picMk id="3" creationId="{9040EFC9-568D-38E9-BCB0-9F870F476A1C}"/>
          </ac:picMkLst>
        </pc:picChg>
      </pc:sldChg>
      <pc:sldChg chg="addSp delSp modSp add replId">
        <pc:chgData name="Hector Triana Lopez" userId="lNhGNRoEKTjvpZNftWYK8DHNXS2CM1UtyBegtxjJlqY=" providerId="None" clId="Web-{24C34118-40AE-447E-AAAE-D1D18972031A}" dt="2024-10-29T18:57:17.718" v="121" actId="1076"/>
        <pc:sldMkLst>
          <pc:docMk/>
          <pc:sldMk cId="1230888154" sldId="268"/>
        </pc:sldMkLst>
        <pc:spChg chg="mod">
          <ac:chgData name="Hector Triana Lopez" userId="lNhGNRoEKTjvpZNftWYK8DHNXS2CM1UtyBegtxjJlqY=" providerId="None" clId="Web-{24C34118-40AE-447E-AAAE-D1D18972031A}" dt="2024-10-29T18:56:28.261" v="97" actId="20577"/>
          <ac:spMkLst>
            <pc:docMk/>
            <pc:sldMk cId="1230888154" sldId="268"/>
            <ac:spMk id="4" creationId="{23BD9D59-B0B6-F06D-D922-AAA3AA001612}"/>
          </ac:spMkLst>
        </pc:spChg>
        <pc:spChg chg="mod">
          <ac:chgData name="Hector Triana Lopez" userId="lNhGNRoEKTjvpZNftWYK8DHNXS2CM1UtyBegtxjJlqY=" providerId="None" clId="Web-{24C34118-40AE-447E-AAAE-D1D18972031A}" dt="2024-10-29T18:56:43.106" v="114" actId="20577"/>
          <ac:spMkLst>
            <pc:docMk/>
            <pc:sldMk cId="1230888154" sldId="268"/>
            <ac:spMk id="5" creationId="{A47A22CD-F09D-AE5F-9D39-CFCC3F8EFC9B}"/>
          </ac:spMkLst>
        </pc:spChg>
        <pc:picChg chg="add mod">
          <ac:chgData name="Hector Triana Lopez" userId="lNhGNRoEKTjvpZNftWYK8DHNXS2CM1UtyBegtxjJlqY=" providerId="None" clId="Web-{24C34118-40AE-447E-AAAE-D1D18972031A}" dt="2024-10-29T18:57:17.718" v="121" actId="1076"/>
          <ac:picMkLst>
            <pc:docMk/>
            <pc:sldMk cId="1230888154" sldId="268"/>
            <ac:picMk id="2" creationId="{AAD9B0CB-BABB-5F4B-0559-8E8F7A183A98}"/>
          </ac:picMkLst>
        </pc:picChg>
        <pc:picChg chg="del">
          <ac:chgData name="Hector Triana Lopez" userId="lNhGNRoEKTjvpZNftWYK8DHNXS2CM1UtyBegtxjJlqY=" providerId="None" clId="Web-{24C34118-40AE-447E-AAAE-D1D18972031A}" dt="2024-10-29T18:56:46.013" v="115"/>
          <ac:picMkLst>
            <pc:docMk/>
            <pc:sldMk cId="1230888154" sldId="268"/>
            <ac:picMk id="3" creationId="{9040EFC9-568D-38E9-BCB0-9F870F476A1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53680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58983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42231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712588-04B1-427B-82EE-E8DB90309F08}" type="datetimeFigureOut">
              <a:rPr lang="en-US" dirty="0"/>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144647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3408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31457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72601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100366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7310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24548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4063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84397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88285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63591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294588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484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11/14/2024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2744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medium.com/accredian/meta-prompting-unlocking-ais-power-to-self-improve-f1ee40974a4a" TargetMode="External"/><Relationship Id="rId3" Type="http://schemas.openxmlformats.org/officeDocument/2006/relationships/hyperlink" Target="https://promptengineering.org/what-is-prompt-engineering/" TargetMode="External"/><Relationship Id="rId7" Type="http://schemas.openxmlformats.org/officeDocument/2006/relationships/hyperlink" Target="https://www.prompthub.us/blog/a-complete-guide-to-meta-prompting" TargetMode="External"/><Relationship Id="rId2" Type="http://schemas.openxmlformats.org/officeDocument/2006/relationships/hyperlink" Target="https://www.ibm.com/topics/prompt-engineering" TargetMode="External"/><Relationship Id="rId1" Type="http://schemas.openxmlformats.org/officeDocument/2006/relationships/slideLayout" Target="../slideLayouts/slideLayout7.xml"/><Relationship Id="rId6" Type="http://schemas.openxmlformats.org/officeDocument/2006/relationships/hyperlink" Target="https://www.analyticsvidhya.com/blog/2024/07/one-shot-prompting/#h-what-is-one-shot-prompting" TargetMode="External"/><Relationship Id="rId5" Type="http://schemas.openxmlformats.org/officeDocument/2006/relationships/hyperlink" Target="https://www.promptingguide.ai/techniques" TargetMode="External"/><Relationship Id="rId4" Type="http://schemas.openxmlformats.org/officeDocument/2006/relationships/hyperlink" Target="https://mailchimp.com/resources/prompt-engineering/" TargetMode="External"/><Relationship Id="rId9" Type="http://schemas.openxmlformats.org/officeDocument/2006/relationships/hyperlink" Target="https://www.godeltech.com/blog/prompt-engineering-classification-of-techniques-and-prompt-tuning/"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E7736100-1C19-0470-B7C9-75FF9FCF02A0}"/>
              </a:ext>
            </a:extLst>
          </p:cNvPr>
          <p:cNvPicPr>
            <a:picLocks noChangeAspect="1"/>
          </p:cNvPicPr>
          <p:nvPr/>
        </p:nvPicPr>
        <p:blipFill>
          <a:blip r:embed="rId2"/>
          <a:stretch>
            <a:fillRect/>
          </a:stretch>
        </p:blipFill>
        <p:spPr>
          <a:xfrm>
            <a:off x="4074846" y="0"/>
            <a:ext cx="8115300" cy="6858000"/>
          </a:xfrm>
          <a:prstGeom prst="rect">
            <a:avLst/>
          </a:prstGeom>
        </p:spPr>
      </p:pic>
      <p:sp>
        <p:nvSpPr>
          <p:cNvPr id="5" name="Title 11">
            <a:extLst>
              <a:ext uri="{FF2B5EF4-FFF2-40B4-BE49-F238E27FC236}">
                <a16:creationId xmlns:a16="http://schemas.microsoft.com/office/drawing/2014/main" id="{524E7710-9BBE-3049-927A-5CB8DFA4FBE4}"/>
              </a:ext>
            </a:extLst>
          </p:cNvPr>
          <p:cNvSpPr>
            <a:spLocks noGrp="1"/>
          </p:cNvSpPr>
          <p:nvPr/>
        </p:nvSpPr>
        <p:spPr>
          <a:xfrm>
            <a:off x="440710" y="3688717"/>
            <a:ext cx="4268372" cy="2869558"/>
          </a:xfrm>
          <a:prstGeom prst="rect">
            <a:avLst/>
          </a:prstGeom>
        </p:spPr>
        <p:txBody>
          <a:bodyPr vert="horz" lIns="0" tIns="0" rIns="0" bIns="0" rtlCol="0" anchor="t">
            <a:noAutofit/>
          </a:bodyPr>
          <a:lstStyle>
            <a:lvl1pPr marL="0" indent="0" algn="l" defTabSz="914400" rtl="0" eaLnBrk="1" latinLnBrk="0" hangingPunct="1">
              <a:lnSpc>
                <a:spcPct val="90000"/>
              </a:lnSpc>
              <a:spcBef>
                <a:spcPct val="0"/>
              </a:spcBef>
              <a:buNone/>
              <a:defRPr sz="3600" b="1" i="0" kern="1200">
                <a:solidFill>
                  <a:schemeClr val="tx1"/>
                </a:solidFill>
                <a:latin typeface="Arial Black" panose="020B0604020202020204" pitchFamily="34" charset="0"/>
                <a:ea typeface="+mj-ea"/>
                <a:cs typeface="Arial Black" panose="020B0604020202020204" pitchFamily="34" charset="0"/>
              </a:defRPr>
            </a:lvl1pPr>
          </a:lstStyle>
          <a:p>
            <a:r>
              <a:rPr lang="es-419" b="0" dirty="0" err="1">
                <a:latin typeface="Arial Black"/>
              </a:rPr>
              <a:t>Prompt</a:t>
            </a:r>
            <a:r>
              <a:rPr lang="es-419" b="0" dirty="0">
                <a:latin typeface="Arial Black"/>
              </a:rPr>
              <a:t> </a:t>
            </a:r>
            <a:r>
              <a:rPr lang="es-419" b="0" dirty="0" err="1">
                <a:latin typeface="Arial Black"/>
              </a:rPr>
              <a:t>Engineering</a:t>
            </a:r>
            <a:r>
              <a:rPr lang="es-419" b="0" dirty="0">
                <a:latin typeface="Arial Black"/>
              </a:rPr>
              <a:t> </a:t>
            </a:r>
            <a:r>
              <a:rPr lang="es-419" b="0" dirty="0" err="1">
                <a:latin typeface="Arial Black"/>
              </a:rPr>
              <a:t>for</a:t>
            </a:r>
            <a:r>
              <a:rPr lang="es-419" b="0" dirty="0">
                <a:latin typeface="Arial Black"/>
              </a:rPr>
              <a:t> </a:t>
            </a:r>
            <a:r>
              <a:rPr lang="es-419" b="0" dirty="0" err="1">
                <a:latin typeface="Arial Black"/>
              </a:rPr>
              <a:t>Developers</a:t>
            </a:r>
            <a:endParaRPr lang="es-419" b="0" dirty="0" err="1"/>
          </a:p>
          <a:p>
            <a:endParaRPr lang="es-419" sz="1800" dirty="0">
              <a:latin typeface="Arial Black"/>
            </a:endParaRPr>
          </a:p>
          <a:p>
            <a:endParaRPr lang="es-419" sz="1800" dirty="0">
              <a:latin typeface="Arial Black"/>
            </a:endParaRPr>
          </a:p>
          <a:p>
            <a:r>
              <a:rPr lang="es-419" sz="1800" b="0" dirty="0">
                <a:latin typeface="Calibri"/>
              </a:rPr>
              <a:t>Miguel Bastidas</a:t>
            </a:r>
            <a:endParaRPr lang="es-419" dirty="0"/>
          </a:p>
          <a:p>
            <a:r>
              <a:rPr lang="es-419" sz="1800" b="0" dirty="0">
                <a:latin typeface="Calibri"/>
              </a:rPr>
              <a:t>Edgar Galindo</a:t>
            </a:r>
            <a:endParaRPr lang="es-419" b="0" dirty="0">
              <a:latin typeface="Calibri"/>
            </a:endParaRPr>
          </a:p>
          <a:p>
            <a:r>
              <a:rPr lang="es-419" sz="1800" b="0" err="1">
                <a:latin typeface="Calibri"/>
              </a:rPr>
              <a:t>Hector</a:t>
            </a:r>
            <a:r>
              <a:rPr lang="es-419" sz="1800" b="0" dirty="0">
                <a:latin typeface="Calibri"/>
              </a:rPr>
              <a:t> Triana</a:t>
            </a:r>
          </a:p>
          <a:p>
            <a:endParaRPr lang="es-419"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23BD9D59-B0B6-F06D-D922-AAA3AA001612}"/>
              </a:ext>
            </a:extLst>
          </p:cNvPr>
          <p:cNvSpPr>
            <a:spLocks noGrp="1"/>
          </p:cNvSpPr>
          <p:nvPr/>
        </p:nvSpPr>
        <p:spPr>
          <a:xfrm>
            <a:off x="586309" y="0"/>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b="0" dirty="0" err="1">
                <a:solidFill>
                  <a:schemeClr val="tx1"/>
                </a:solidFill>
                <a:latin typeface="Arial Black"/>
              </a:rPr>
              <a:t>What</a:t>
            </a:r>
            <a:r>
              <a:rPr lang="es-419" b="0" dirty="0">
                <a:solidFill>
                  <a:schemeClr val="tx1"/>
                </a:solidFill>
                <a:latin typeface="Arial Black"/>
              </a:rPr>
              <a:t> </a:t>
            </a:r>
            <a:r>
              <a:rPr lang="es-419" b="0" dirty="0" err="1">
                <a:solidFill>
                  <a:schemeClr val="tx1"/>
                </a:solidFill>
                <a:latin typeface="Arial Black"/>
              </a:rPr>
              <a:t>is</a:t>
            </a:r>
            <a:r>
              <a:rPr lang="es-419" b="0" dirty="0">
                <a:solidFill>
                  <a:schemeClr val="tx1"/>
                </a:solidFill>
                <a:latin typeface="Arial Black"/>
              </a:rPr>
              <a:t> </a:t>
            </a:r>
            <a:r>
              <a:rPr lang="es-419" b="0" dirty="0" err="1">
                <a:solidFill>
                  <a:schemeClr val="tx1"/>
                </a:solidFill>
                <a:latin typeface="Arial Black"/>
              </a:rPr>
              <a:t>Prompt</a:t>
            </a:r>
            <a:r>
              <a:rPr lang="es-419" b="0" dirty="0">
                <a:solidFill>
                  <a:schemeClr val="tx1"/>
                </a:solidFill>
                <a:latin typeface="Arial Black"/>
              </a:rPr>
              <a:t> </a:t>
            </a:r>
            <a:r>
              <a:rPr lang="es-419" b="0" dirty="0" err="1">
                <a:solidFill>
                  <a:schemeClr val="tx1"/>
                </a:solidFill>
                <a:latin typeface="Arial Black"/>
              </a:rPr>
              <a:t>Engineering</a:t>
            </a:r>
            <a:r>
              <a:rPr lang="es-419" b="0" dirty="0">
                <a:solidFill>
                  <a:schemeClr val="tx1"/>
                </a:solidFill>
                <a:latin typeface="Arial Black"/>
              </a:rPr>
              <a:t>?</a:t>
            </a:r>
            <a:endParaRPr lang="en-US" dirty="0">
              <a:solidFill>
                <a:schemeClr val="tx1"/>
              </a:solidFill>
            </a:endParaRPr>
          </a:p>
        </p:txBody>
      </p:sp>
      <p:sp>
        <p:nvSpPr>
          <p:cNvPr id="5" name="TextBox 4">
            <a:extLst>
              <a:ext uri="{FF2B5EF4-FFF2-40B4-BE49-F238E27FC236}">
                <a16:creationId xmlns:a16="http://schemas.microsoft.com/office/drawing/2014/main" id="{A47A22CD-F09D-AE5F-9D39-CFCC3F8EFC9B}"/>
              </a:ext>
            </a:extLst>
          </p:cNvPr>
          <p:cNvSpPr txBox="1"/>
          <p:nvPr/>
        </p:nvSpPr>
        <p:spPr>
          <a:xfrm>
            <a:off x="1306104" y="3828375"/>
            <a:ext cx="883810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Prompt engineering is the practice of designing effective input instructions (prompts) to guide AI models, like LLMs (Large Language Models), to produce desired outputs. It’s a critical skill for developers working with AI because the quality of the output often depends on the clarity and precision of the prompt.</a:t>
            </a:r>
          </a:p>
          <a:p>
            <a:pPr algn="just"/>
            <a:endParaRPr lang="en-US" dirty="0">
              <a:ea typeface="+mn-lt"/>
              <a:cs typeface="+mn-lt"/>
            </a:endParaRPr>
          </a:p>
          <a:p>
            <a:pPr algn="just"/>
            <a:r>
              <a:rPr lang="en-US" dirty="0">
                <a:solidFill>
                  <a:srgbClr val="241C15"/>
                </a:solidFill>
                <a:ea typeface="+mn-lt"/>
                <a:cs typeface="+mn-lt"/>
              </a:rPr>
              <a:t>This advanced AI is known as generative AI because it's being developed in real time with input from users and developers alike. Ultimately, AI tools are still learning from your shared interactions, and finding out how to create effective prompts can help the AI model provide the desired response.</a:t>
            </a:r>
            <a:endParaRPr lang="en-US" dirty="0"/>
          </a:p>
        </p:txBody>
      </p:sp>
      <p:pic>
        <p:nvPicPr>
          <p:cNvPr id="3" name="Picture 2" descr="Eight Prompt Engineering Implementations | by Cobus Greyling | Medium">
            <a:extLst>
              <a:ext uri="{FF2B5EF4-FFF2-40B4-BE49-F238E27FC236}">
                <a16:creationId xmlns:a16="http://schemas.microsoft.com/office/drawing/2014/main" id="{A4A1D6F6-6401-B71B-ADF5-002487B87B0A}"/>
              </a:ext>
            </a:extLst>
          </p:cNvPr>
          <p:cNvPicPr>
            <a:picLocks noChangeAspect="1"/>
          </p:cNvPicPr>
          <p:nvPr/>
        </p:nvPicPr>
        <p:blipFill>
          <a:blip r:embed="rId2"/>
          <a:stretch>
            <a:fillRect/>
          </a:stretch>
        </p:blipFill>
        <p:spPr>
          <a:xfrm>
            <a:off x="1381125" y="902045"/>
            <a:ext cx="4714874" cy="2806010"/>
          </a:xfrm>
          <a:prstGeom prst="rect">
            <a:avLst/>
          </a:prstGeom>
        </p:spPr>
      </p:pic>
      <p:pic>
        <p:nvPicPr>
          <p:cNvPr id="6" name="Picture 5" descr="10 Skills Required to Become A Prompt Engineer">
            <a:extLst>
              <a:ext uri="{FF2B5EF4-FFF2-40B4-BE49-F238E27FC236}">
                <a16:creationId xmlns:a16="http://schemas.microsoft.com/office/drawing/2014/main" id="{832A9876-E316-1C75-CB6A-6C43DF44337A}"/>
              </a:ext>
            </a:extLst>
          </p:cNvPr>
          <p:cNvPicPr>
            <a:picLocks noChangeAspect="1"/>
          </p:cNvPicPr>
          <p:nvPr/>
        </p:nvPicPr>
        <p:blipFill>
          <a:blip r:embed="rId3"/>
          <a:stretch>
            <a:fillRect/>
          </a:stretch>
        </p:blipFill>
        <p:spPr>
          <a:xfrm>
            <a:off x="6391137" y="908574"/>
            <a:ext cx="5098835" cy="2806638"/>
          </a:xfrm>
          <a:prstGeom prst="rect">
            <a:avLst/>
          </a:prstGeom>
        </p:spPr>
      </p:pic>
    </p:spTree>
    <p:extLst>
      <p:ext uri="{BB962C8B-B14F-4D97-AF65-F5344CB8AC3E}">
        <p14:creationId xmlns:p14="http://schemas.microsoft.com/office/powerpoint/2010/main" val="205415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23BD9D59-B0B6-F06D-D922-AAA3AA001612}"/>
              </a:ext>
            </a:extLst>
          </p:cNvPr>
          <p:cNvSpPr>
            <a:spLocks noGrp="1"/>
          </p:cNvSpPr>
          <p:nvPr/>
        </p:nvSpPr>
        <p:spPr>
          <a:xfrm>
            <a:off x="738709" y="47625"/>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dirty="0" err="1">
                <a:solidFill>
                  <a:schemeClr val="tx1"/>
                </a:solidFill>
                <a:latin typeface="Arial Black"/>
              </a:rPr>
              <a:t>Common</a:t>
            </a:r>
            <a:r>
              <a:rPr lang="es-419" dirty="0">
                <a:solidFill>
                  <a:schemeClr val="tx1"/>
                </a:solidFill>
                <a:latin typeface="Arial Black"/>
              </a:rPr>
              <a:t> Rules</a:t>
            </a:r>
            <a:endParaRPr lang="es-419" dirty="0">
              <a:solidFill>
                <a:schemeClr val="tx1"/>
              </a:solidFill>
            </a:endParaRPr>
          </a:p>
        </p:txBody>
      </p:sp>
      <p:pic>
        <p:nvPicPr>
          <p:cNvPr id="2" name="Picture 1" descr="Prompt Engineering in Software Development: User's Guide">
            <a:extLst>
              <a:ext uri="{FF2B5EF4-FFF2-40B4-BE49-F238E27FC236}">
                <a16:creationId xmlns:a16="http://schemas.microsoft.com/office/drawing/2014/main" id="{5AE4CB21-EDB5-62ED-F6BB-C859A40D3D2E}"/>
              </a:ext>
            </a:extLst>
          </p:cNvPr>
          <p:cNvPicPr>
            <a:picLocks noChangeAspect="1"/>
          </p:cNvPicPr>
          <p:nvPr/>
        </p:nvPicPr>
        <p:blipFill>
          <a:blip r:embed="rId2"/>
          <a:stretch>
            <a:fillRect/>
          </a:stretch>
        </p:blipFill>
        <p:spPr>
          <a:xfrm>
            <a:off x="6667500" y="1428369"/>
            <a:ext cx="5391150" cy="4001262"/>
          </a:xfrm>
          <a:prstGeom prst="rect">
            <a:avLst/>
          </a:prstGeom>
        </p:spPr>
      </p:pic>
      <p:sp>
        <p:nvSpPr>
          <p:cNvPr id="6" name="TextBox 5">
            <a:extLst>
              <a:ext uri="{FF2B5EF4-FFF2-40B4-BE49-F238E27FC236}">
                <a16:creationId xmlns:a16="http://schemas.microsoft.com/office/drawing/2014/main" id="{FF7918D4-690F-F126-3A19-D9C597BA1EE7}"/>
              </a:ext>
            </a:extLst>
          </p:cNvPr>
          <p:cNvSpPr txBox="1"/>
          <p:nvPr/>
        </p:nvSpPr>
        <p:spPr>
          <a:xfrm>
            <a:off x="115132" y="830432"/>
            <a:ext cx="6678412" cy="66018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500" dirty="0">
                <a:solidFill>
                  <a:srgbClr val="515151"/>
                </a:solidFill>
                <a:ea typeface="+mn-lt"/>
                <a:cs typeface="+mn-lt"/>
              </a:rPr>
              <a:t>Be precise in saying what to do (write, summarize, extract information).</a:t>
            </a:r>
            <a:endParaRPr lang="en-US" dirty="0"/>
          </a:p>
          <a:p>
            <a:pPr marL="285750" indent="-285750">
              <a:buFont typeface="Arial"/>
              <a:buChar char="•"/>
            </a:pPr>
            <a:r>
              <a:rPr lang="en-US" sz="1500" dirty="0">
                <a:solidFill>
                  <a:srgbClr val="515151"/>
                </a:solidFill>
                <a:ea typeface="+mn-lt"/>
                <a:cs typeface="+mn-lt"/>
              </a:rPr>
              <a:t>Avoid saying what not to do and say what to do instead,</a:t>
            </a:r>
            <a:endParaRPr lang="en-US" dirty="0"/>
          </a:p>
          <a:p>
            <a:pPr marL="285750" indent="-285750">
              <a:buFont typeface="Arial"/>
              <a:buChar char="•"/>
            </a:pPr>
            <a:r>
              <a:rPr lang="en-US" sz="1500" dirty="0">
                <a:solidFill>
                  <a:srgbClr val="515151"/>
                </a:solidFill>
                <a:ea typeface="+mn-lt"/>
                <a:cs typeface="+mn-lt"/>
              </a:rPr>
              <a:t>Be specific: instead of saying “in a few sentences”, say “in 2–3 sentences”.</a:t>
            </a:r>
            <a:endParaRPr lang="en-US" dirty="0"/>
          </a:p>
          <a:p>
            <a:pPr marL="285750" indent="-285750">
              <a:buFont typeface="Arial"/>
              <a:buChar char="•"/>
            </a:pPr>
            <a:r>
              <a:rPr lang="en-US" sz="1500" dirty="0">
                <a:solidFill>
                  <a:srgbClr val="515151"/>
                </a:solidFill>
                <a:ea typeface="+mn-lt"/>
                <a:cs typeface="+mn-lt"/>
              </a:rPr>
              <a:t>Add tags or delimiters to make the prompt.</a:t>
            </a:r>
            <a:endParaRPr lang="en-US" dirty="0"/>
          </a:p>
          <a:p>
            <a:pPr marL="285750" indent="-285750">
              <a:buFont typeface="Arial"/>
              <a:buChar char="•"/>
            </a:pPr>
            <a:r>
              <a:rPr lang="en-US" sz="1500" dirty="0">
                <a:solidFill>
                  <a:srgbClr val="515151"/>
                </a:solidFill>
                <a:ea typeface="+mn-lt"/>
                <a:cs typeface="+mn-lt"/>
              </a:rPr>
              <a:t>Ask for a structured output (JSON, HTML) if needed.</a:t>
            </a:r>
            <a:endParaRPr lang="en-US" dirty="0"/>
          </a:p>
          <a:p>
            <a:pPr marL="285750" indent="-285750">
              <a:buFont typeface="Arial"/>
              <a:buChar char="•"/>
            </a:pPr>
            <a:r>
              <a:rPr lang="en-US" sz="1500" dirty="0">
                <a:solidFill>
                  <a:srgbClr val="515151"/>
                </a:solidFill>
                <a:ea typeface="+mn-lt"/>
                <a:cs typeface="+mn-lt"/>
              </a:rPr>
              <a:t>Ask the model to verify whether the conditions are satisfied (e.g. “if you do not know the answer, say “No information”).</a:t>
            </a:r>
            <a:endParaRPr lang="en-US" dirty="0"/>
          </a:p>
          <a:p>
            <a:pPr marL="285750" indent="-285750">
              <a:buFont typeface="Arial"/>
              <a:buChar char="•"/>
            </a:pPr>
            <a:r>
              <a:rPr lang="en-US" sz="1500" dirty="0">
                <a:solidFill>
                  <a:srgbClr val="515151"/>
                </a:solidFill>
                <a:ea typeface="+mn-lt"/>
                <a:cs typeface="+mn-lt"/>
              </a:rPr>
              <a:t>Ask a model to first explain and then provide the answer (otherwise a model may try to justify an incorrect answer).</a:t>
            </a:r>
            <a:endParaRPr lang="en-US" dirty="0"/>
          </a:p>
          <a:p>
            <a:pPr marL="285750" indent="-285750">
              <a:buFont typeface="Arial"/>
              <a:buChar char="•"/>
            </a:pPr>
            <a:r>
              <a:rPr lang="en-US" sz="1500" b="1" dirty="0">
                <a:solidFill>
                  <a:srgbClr val="515151"/>
                </a:solidFill>
                <a:ea typeface="+mn-lt"/>
                <a:cs typeface="+mn-lt"/>
              </a:rPr>
              <a:t>Be Clear and Specific</a:t>
            </a:r>
            <a:r>
              <a:rPr lang="en-US" sz="1500" dirty="0">
                <a:solidFill>
                  <a:srgbClr val="515151"/>
                </a:solidFill>
                <a:ea typeface="+mn-lt"/>
                <a:cs typeface="+mn-lt"/>
              </a:rPr>
              <a:t>: Clearly define the task, expected    format, or language.</a:t>
            </a:r>
            <a:endParaRPr lang="en-US" dirty="0">
              <a:solidFill>
                <a:srgbClr val="000000"/>
              </a:solidFill>
              <a:ea typeface="+mn-lt"/>
              <a:cs typeface="+mn-lt"/>
            </a:endParaRPr>
          </a:p>
          <a:p>
            <a:pPr marL="285750" indent="-285750">
              <a:buFont typeface="Arial"/>
              <a:buChar char="•"/>
            </a:pPr>
            <a:r>
              <a:rPr lang="en-US" sz="1500" b="1" dirty="0">
                <a:solidFill>
                  <a:srgbClr val="515151"/>
                </a:solidFill>
                <a:ea typeface="+mn-lt"/>
                <a:cs typeface="+mn-lt"/>
              </a:rPr>
              <a:t>Use Context and Examples</a:t>
            </a:r>
            <a:r>
              <a:rPr lang="en-US" sz="1500" dirty="0">
                <a:solidFill>
                  <a:srgbClr val="515151"/>
                </a:solidFill>
                <a:ea typeface="+mn-lt"/>
                <a:cs typeface="+mn-lt"/>
              </a:rPr>
              <a:t>: Providing context, such as a sample input/output, can guide the model more effectively. For example, ask for code in a specific programming language or format.</a:t>
            </a:r>
            <a:endParaRPr lang="en-US"/>
          </a:p>
          <a:p>
            <a:pPr marL="285750" indent="-285750">
              <a:buFont typeface="Arial"/>
              <a:buChar char="•"/>
            </a:pPr>
            <a:r>
              <a:rPr lang="en-US" sz="1500" b="1" dirty="0">
                <a:solidFill>
                  <a:srgbClr val="515151"/>
                </a:solidFill>
                <a:ea typeface="+mn-lt"/>
                <a:cs typeface="+mn-lt"/>
              </a:rPr>
              <a:t>Guide with Constraints</a:t>
            </a:r>
            <a:r>
              <a:rPr lang="en-US" sz="1500" dirty="0">
                <a:solidFill>
                  <a:srgbClr val="515151"/>
                </a:solidFill>
                <a:ea typeface="+mn-lt"/>
                <a:cs typeface="+mn-lt"/>
              </a:rPr>
              <a:t>: Use phrases like “in Python,” “write as a comment,” or “use functional programming style” to set boundaries.</a:t>
            </a:r>
            <a:endParaRPr lang="en-US" dirty="0"/>
          </a:p>
          <a:p>
            <a:pPr marL="285750" indent="-285750">
              <a:buFont typeface="Arial"/>
              <a:buChar char="•"/>
            </a:pPr>
            <a:r>
              <a:rPr lang="en-US" sz="1500" b="1" dirty="0">
                <a:solidFill>
                  <a:srgbClr val="515151"/>
                </a:solidFill>
                <a:ea typeface="+mn-lt"/>
                <a:cs typeface="+mn-lt"/>
              </a:rPr>
              <a:t>Break Down Complex Tasks</a:t>
            </a:r>
            <a:r>
              <a:rPr lang="en-US" sz="1500" dirty="0">
                <a:solidFill>
                  <a:srgbClr val="515151"/>
                </a:solidFill>
                <a:ea typeface="+mn-lt"/>
                <a:cs typeface="+mn-lt"/>
              </a:rPr>
              <a:t>: For larger tasks, break down the prompt into simpler subtasks. This can involve multi-step prompts where each response builds on the last.</a:t>
            </a:r>
            <a:endParaRPr lang="en-US" dirty="0"/>
          </a:p>
          <a:p>
            <a:pPr marL="285750" indent="-285750">
              <a:buFont typeface="Arial"/>
              <a:buChar char="•"/>
            </a:pPr>
            <a:r>
              <a:rPr lang="en-US" sz="1500" b="1" dirty="0">
                <a:solidFill>
                  <a:srgbClr val="515151"/>
                </a:solidFill>
                <a:ea typeface="+mn-lt"/>
                <a:cs typeface="+mn-lt"/>
              </a:rPr>
              <a:t>Iterate and Refine</a:t>
            </a:r>
            <a:r>
              <a:rPr lang="en-US" sz="1500" dirty="0">
                <a:solidFill>
                  <a:srgbClr val="515151"/>
                </a:solidFill>
                <a:ea typeface="+mn-lt"/>
                <a:cs typeface="+mn-lt"/>
              </a:rPr>
              <a:t>: Experiment by rephrasing, adding constraints, or testing variations of prompts to optimize output.</a:t>
            </a:r>
            <a:endParaRPr lang="en-US" dirty="0"/>
          </a:p>
          <a:p>
            <a:pPr marL="285750" indent="-285750">
              <a:buFont typeface="Arial"/>
              <a:buChar char="•"/>
            </a:pPr>
            <a:r>
              <a:rPr lang="en-US" sz="1500" b="1" dirty="0">
                <a:solidFill>
                  <a:srgbClr val="515151"/>
                </a:solidFill>
                <a:ea typeface="+mn-lt"/>
                <a:cs typeface="+mn-lt"/>
              </a:rPr>
              <a:t>Leverage Temperature and Max Tokens</a:t>
            </a:r>
            <a:r>
              <a:rPr lang="en-US" sz="1500" dirty="0">
                <a:solidFill>
                  <a:srgbClr val="515151"/>
                </a:solidFill>
                <a:ea typeface="+mn-lt"/>
                <a:cs typeface="+mn-lt"/>
              </a:rPr>
              <a:t>: Adjusting these parameters can make the output more creative (higher temperature) or concise (lower max tokens).</a:t>
            </a:r>
            <a:endParaRPr lang="en-US" dirty="0"/>
          </a:p>
          <a:p>
            <a:pPr marL="285750" indent="-285750" algn="l">
              <a:buFont typeface="Arial"/>
              <a:buChar char="•"/>
            </a:pPr>
            <a:endParaRPr lang="en-US" sz="1500" dirty="0">
              <a:solidFill>
                <a:srgbClr val="515151"/>
              </a:solidFill>
            </a:endParaRPr>
          </a:p>
          <a:p>
            <a:endParaRPr lang="en-US" dirty="0"/>
          </a:p>
        </p:txBody>
      </p:sp>
    </p:spTree>
    <p:extLst>
      <p:ext uri="{BB962C8B-B14F-4D97-AF65-F5344CB8AC3E}">
        <p14:creationId xmlns:p14="http://schemas.microsoft.com/office/powerpoint/2010/main" val="1313455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23BD9D59-B0B6-F06D-D922-AAA3AA001612}"/>
              </a:ext>
            </a:extLst>
          </p:cNvPr>
          <p:cNvSpPr>
            <a:spLocks noGrp="1"/>
          </p:cNvSpPr>
          <p:nvPr/>
        </p:nvSpPr>
        <p:spPr>
          <a:xfrm>
            <a:off x="738709" y="47625"/>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b="0" dirty="0">
                <a:solidFill>
                  <a:schemeClr val="tx1"/>
                </a:solidFill>
                <a:latin typeface="Arial Black"/>
              </a:rPr>
              <a:t>Use Cases </a:t>
            </a:r>
            <a:endParaRPr lang="es-419" b="0" dirty="0">
              <a:solidFill>
                <a:schemeClr val="tx1"/>
              </a:solidFill>
            </a:endParaRPr>
          </a:p>
        </p:txBody>
      </p:sp>
      <p:sp>
        <p:nvSpPr>
          <p:cNvPr id="5" name="TextBox 4">
            <a:extLst>
              <a:ext uri="{FF2B5EF4-FFF2-40B4-BE49-F238E27FC236}">
                <a16:creationId xmlns:a16="http://schemas.microsoft.com/office/drawing/2014/main" id="{A47A22CD-F09D-AE5F-9D39-CFCC3F8EFC9B}"/>
              </a:ext>
            </a:extLst>
          </p:cNvPr>
          <p:cNvSpPr txBox="1"/>
          <p:nvPr/>
        </p:nvSpPr>
        <p:spPr>
          <a:xfrm>
            <a:off x="427585" y="960795"/>
            <a:ext cx="566147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latin typeface="Trebuchet MS"/>
                <a:ea typeface="+mn-lt"/>
                <a:cs typeface="+mn-lt"/>
              </a:rPr>
              <a:t>Prompt engineering is a powerful tool to help AI chatbots generate contextually relevant and coherent responses in real-time conversations. </a:t>
            </a:r>
            <a:endParaRPr lang="en-US" sz="1400" dirty="0">
              <a:latin typeface="Trebuchet MS"/>
            </a:endParaRPr>
          </a:p>
          <a:p>
            <a:pPr algn="just"/>
            <a:endParaRPr lang="en-US" sz="1400" dirty="0">
              <a:ea typeface="+mn-lt"/>
              <a:cs typeface="+mn-lt"/>
            </a:endParaRPr>
          </a:p>
          <a:p>
            <a:pPr algn="just"/>
            <a:r>
              <a:rPr lang="en-US" sz="1400" dirty="0">
                <a:solidFill>
                  <a:srgbClr val="161616"/>
                </a:solidFill>
                <a:latin typeface="Trebuchet MS"/>
                <a:ea typeface="+mn-lt"/>
                <a:cs typeface="+mn-lt"/>
              </a:rPr>
              <a:t>In healthcare, prompt engineers instruct AI systems to summarize medical data and develop treatment recommendations.</a:t>
            </a:r>
            <a:endParaRPr lang="en-US" sz="1400" dirty="0">
              <a:latin typeface="Trebuchet MS"/>
            </a:endParaRPr>
          </a:p>
          <a:p>
            <a:pPr algn="just"/>
            <a:endParaRPr lang="en-US" sz="1400" dirty="0">
              <a:solidFill>
                <a:srgbClr val="161616"/>
              </a:solidFill>
              <a:ea typeface="+mn-lt"/>
              <a:cs typeface="+mn-lt"/>
            </a:endParaRPr>
          </a:p>
          <a:p>
            <a:pPr algn="just"/>
            <a:r>
              <a:rPr lang="en-US" sz="1400" dirty="0">
                <a:solidFill>
                  <a:srgbClr val="161616"/>
                </a:solidFill>
                <a:latin typeface="Trebuchet MS"/>
                <a:ea typeface="+mn-lt"/>
                <a:cs typeface="+mn-lt"/>
              </a:rPr>
              <a:t>Prompt engineering plays a role in software development by using AI models to generate code snippets or provide solutions to programming challenges. </a:t>
            </a:r>
            <a:endParaRPr lang="en-US" sz="1400" dirty="0">
              <a:latin typeface="Trebuchet MS"/>
            </a:endParaRPr>
          </a:p>
          <a:p>
            <a:pPr algn="just"/>
            <a:endParaRPr lang="en-US" sz="1400" dirty="0">
              <a:solidFill>
                <a:srgbClr val="161616"/>
              </a:solidFill>
              <a:ea typeface="+mn-lt"/>
              <a:cs typeface="+mn-lt"/>
            </a:endParaRPr>
          </a:p>
          <a:p>
            <a:pPr algn="just"/>
            <a:r>
              <a:rPr lang="en-US" sz="1400" dirty="0">
                <a:solidFill>
                  <a:srgbClr val="161616"/>
                </a:solidFill>
                <a:latin typeface="Trebuchet MS"/>
                <a:ea typeface="+mn-lt"/>
                <a:cs typeface="+mn-lt"/>
              </a:rPr>
              <a:t>Because generative AI systems are trained in various programming languages, prompt engineers can streamline the generation of code snippets and simplify complex tasks. By crafting specific prompts, developers can automate coding, debug errors, design API integrations to reduce manual labor and create API-based workflows to manage data pipelines and optimize resource allocation.</a:t>
            </a:r>
            <a:endParaRPr lang="en-US" sz="1400" dirty="0">
              <a:latin typeface="Trebuchet MS"/>
            </a:endParaRPr>
          </a:p>
          <a:p>
            <a:pPr algn="just"/>
            <a:endParaRPr lang="en-US" sz="1400" dirty="0">
              <a:solidFill>
                <a:srgbClr val="161616"/>
              </a:solidFill>
              <a:ea typeface="+mn-lt"/>
              <a:cs typeface="+mn-lt"/>
            </a:endParaRPr>
          </a:p>
          <a:p>
            <a:pPr algn="just"/>
            <a:r>
              <a:rPr lang="en-US" sz="1400" dirty="0">
                <a:solidFill>
                  <a:srgbClr val="161616"/>
                </a:solidFill>
                <a:latin typeface="Trebuchet MS"/>
                <a:ea typeface="+mn-lt"/>
                <a:cs typeface="+mn-lt"/>
              </a:rPr>
              <a:t>Prompt engineering is used to develop and test security mechanisms. Researchers and practitioners leverage generative AI to simulate cyberattacks and design better defense strategies. Additionally, crafting prompts for AI models can aid in discovering vulnerabilities in software.</a:t>
            </a:r>
            <a:endParaRPr lang="en-US" sz="1400" dirty="0">
              <a:latin typeface="Trebuchet MS"/>
            </a:endParaRPr>
          </a:p>
          <a:p>
            <a:pPr algn="just"/>
            <a:endParaRPr lang="en-US" sz="1400" dirty="0">
              <a:solidFill>
                <a:srgbClr val="161616"/>
              </a:solidFill>
              <a:ea typeface="+mn-lt"/>
              <a:cs typeface="+mn-lt"/>
            </a:endParaRPr>
          </a:p>
          <a:p>
            <a:pPr algn="just"/>
            <a:endParaRPr lang="en-US" sz="1400" dirty="0">
              <a:solidFill>
                <a:srgbClr val="161616"/>
              </a:solidFill>
              <a:ea typeface="+mn-lt"/>
              <a:cs typeface="+mn-lt"/>
            </a:endParaRPr>
          </a:p>
          <a:p>
            <a:pPr algn="just"/>
            <a:endParaRPr lang="en-US" sz="1400" dirty="0">
              <a:ea typeface="+mn-lt"/>
              <a:cs typeface="+mn-lt"/>
            </a:endParaRPr>
          </a:p>
          <a:p>
            <a:pPr algn="just"/>
            <a:endParaRPr lang="en-US" sz="1400" dirty="0">
              <a:ea typeface="+mn-lt"/>
              <a:cs typeface="+mn-lt"/>
            </a:endParaRPr>
          </a:p>
          <a:p>
            <a:pPr marL="285750" indent="-285750" algn="just">
              <a:buFont typeface="Arial"/>
              <a:buChar char="•"/>
            </a:pPr>
            <a:endParaRPr lang="en-US" dirty="0">
              <a:ea typeface="+mn-lt"/>
              <a:cs typeface="+mn-lt"/>
            </a:endParaRPr>
          </a:p>
        </p:txBody>
      </p:sp>
      <p:pic>
        <p:nvPicPr>
          <p:cNvPr id="3" name="Picture 2" descr="A diagram of a project&#10;&#10;Description automatically generated">
            <a:extLst>
              <a:ext uri="{FF2B5EF4-FFF2-40B4-BE49-F238E27FC236}">
                <a16:creationId xmlns:a16="http://schemas.microsoft.com/office/drawing/2014/main" id="{2B3AE1CA-21C2-6DB0-78D1-73E4EF2DC163}"/>
              </a:ext>
            </a:extLst>
          </p:cNvPr>
          <p:cNvPicPr>
            <a:picLocks noChangeAspect="1"/>
          </p:cNvPicPr>
          <p:nvPr/>
        </p:nvPicPr>
        <p:blipFill>
          <a:blip r:embed="rId2"/>
          <a:stretch>
            <a:fillRect/>
          </a:stretch>
        </p:blipFill>
        <p:spPr>
          <a:xfrm>
            <a:off x="6286501" y="1714500"/>
            <a:ext cx="5667373" cy="3152774"/>
          </a:xfrm>
          <a:prstGeom prst="rect">
            <a:avLst/>
          </a:prstGeom>
        </p:spPr>
      </p:pic>
    </p:spTree>
    <p:extLst>
      <p:ext uri="{BB962C8B-B14F-4D97-AF65-F5344CB8AC3E}">
        <p14:creationId xmlns:p14="http://schemas.microsoft.com/office/powerpoint/2010/main" val="1230888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engineering techniques&#10;&#10;Description automatically generated">
            <a:extLst>
              <a:ext uri="{FF2B5EF4-FFF2-40B4-BE49-F238E27FC236}">
                <a16:creationId xmlns:a16="http://schemas.microsoft.com/office/drawing/2014/main" id="{E9646654-29DE-6823-7C2D-4AA57C2C2C82}"/>
              </a:ext>
            </a:extLst>
          </p:cNvPr>
          <p:cNvPicPr>
            <a:picLocks noChangeAspect="1"/>
          </p:cNvPicPr>
          <p:nvPr/>
        </p:nvPicPr>
        <p:blipFill>
          <a:blip r:embed="rId2"/>
          <a:stretch>
            <a:fillRect/>
          </a:stretch>
        </p:blipFill>
        <p:spPr>
          <a:xfrm>
            <a:off x="1010160" y="447953"/>
            <a:ext cx="10179079" cy="5754948"/>
          </a:xfrm>
          <a:prstGeom prst="rect">
            <a:avLst/>
          </a:prstGeom>
        </p:spPr>
      </p:pic>
    </p:spTree>
    <p:extLst>
      <p:ext uri="{BB962C8B-B14F-4D97-AF65-F5344CB8AC3E}">
        <p14:creationId xmlns:p14="http://schemas.microsoft.com/office/powerpoint/2010/main" val="2423518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diagram&#10;&#10;Description automatically generated">
            <a:extLst>
              <a:ext uri="{FF2B5EF4-FFF2-40B4-BE49-F238E27FC236}">
                <a16:creationId xmlns:a16="http://schemas.microsoft.com/office/drawing/2014/main" id="{6F9795D9-1E61-C919-3D77-71A4486C12CC}"/>
              </a:ext>
            </a:extLst>
          </p:cNvPr>
          <p:cNvPicPr>
            <a:picLocks noChangeAspect="1"/>
          </p:cNvPicPr>
          <p:nvPr/>
        </p:nvPicPr>
        <p:blipFill>
          <a:blip r:embed="rId2"/>
          <a:stretch>
            <a:fillRect/>
          </a:stretch>
        </p:blipFill>
        <p:spPr>
          <a:xfrm>
            <a:off x="363476" y="923970"/>
            <a:ext cx="3524250" cy="1114425"/>
          </a:xfrm>
          <a:prstGeom prst="rect">
            <a:avLst/>
          </a:prstGeom>
        </p:spPr>
      </p:pic>
      <p:sp>
        <p:nvSpPr>
          <p:cNvPr id="4" name="TextBox 3">
            <a:extLst>
              <a:ext uri="{FF2B5EF4-FFF2-40B4-BE49-F238E27FC236}">
                <a16:creationId xmlns:a16="http://schemas.microsoft.com/office/drawing/2014/main" id="{E98FD9AA-2530-2DD5-7EAE-4C7449A8FFA2}"/>
              </a:ext>
            </a:extLst>
          </p:cNvPr>
          <p:cNvSpPr txBox="1"/>
          <p:nvPr/>
        </p:nvSpPr>
        <p:spPr>
          <a:xfrm>
            <a:off x="359361" y="371105"/>
            <a:ext cx="2988814"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1">
                <a:solidFill>
                  <a:srgbClr val="002856"/>
                </a:solidFill>
                <a:latin typeface="Noto Sans"/>
                <a:ea typeface="Noto Sans"/>
                <a:cs typeface="Noto Sans"/>
              </a:rPr>
              <a:t>Zero-Shot Prompting</a:t>
            </a:r>
            <a:endParaRPr lang="en-US"/>
          </a:p>
        </p:txBody>
      </p:sp>
      <p:pic>
        <p:nvPicPr>
          <p:cNvPr id="5" name="Picture 4">
            <a:extLst>
              <a:ext uri="{FF2B5EF4-FFF2-40B4-BE49-F238E27FC236}">
                <a16:creationId xmlns:a16="http://schemas.microsoft.com/office/drawing/2014/main" id="{70BEF09D-3A6B-E58A-EB86-B87836A7EB56}"/>
              </a:ext>
            </a:extLst>
          </p:cNvPr>
          <p:cNvPicPr>
            <a:picLocks noChangeAspect="1"/>
          </p:cNvPicPr>
          <p:nvPr/>
        </p:nvPicPr>
        <p:blipFill>
          <a:blip r:embed="rId3"/>
          <a:stretch>
            <a:fillRect/>
          </a:stretch>
        </p:blipFill>
        <p:spPr>
          <a:xfrm>
            <a:off x="366713" y="2524125"/>
            <a:ext cx="3114675" cy="495300"/>
          </a:xfrm>
          <a:prstGeom prst="rect">
            <a:avLst/>
          </a:prstGeom>
        </p:spPr>
      </p:pic>
      <p:pic>
        <p:nvPicPr>
          <p:cNvPr id="6" name="Picture 5" descr="A close-up of a response&#10;&#10;Description automatically generated">
            <a:extLst>
              <a:ext uri="{FF2B5EF4-FFF2-40B4-BE49-F238E27FC236}">
                <a16:creationId xmlns:a16="http://schemas.microsoft.com/office/drawing/2014/main" id="{E79B7EF0-11FA-DDC0-4D50-3D5C28978FE5}"/>
              </a:ext>
            </a:extLst>
          </p:cNvPr>
          <p:cNvPicPr>
            <a:picLocks noChangeAspect="1"/>
          </p:cNvPicPr>
          <p:nvPr/>
        </p:nvPicPr>
        <p:blipFill>
          <a:blip r:embed="rId4"/>
          <a:stretch>
            <a:fillRect/>
          </a:stretch>
        </p:blipFill>
        <p:spPr>
          <a:xfrm>
            <a:off x="357188" y="3019425"/>
            <a:ext cx="4467225" cy="1285875"/>
          </a:xfrm>
          <a:prstGeom prst="rect">
            <a:avLst/>
          </a:prstGeom>
        </p:spPr>
      </p:pic>
      <p:sp>
        <p:nvSpPr>
          <p:cNvPr id="7" name="TextBox 6">
            <a:extLst>
              <a:ext uri="{FF2B5EF4-FFF2-40B4-BE49-F238E27FC236}">
                <a16:creationId xmlns:a16="http://schemas.microsoft.com/office/drawing/2014/main" id="{A6960BD5-DD10-1C30-38B4-9014F66E4D29}"/>
              </a:ext>
            </a:extLst>
          </p:cNvPr>
          <p:cNvSpPr txBox="1"/>
          <p:nvPr/>
        </p:nvSpPr>
        <p:spPr>
          <a:xfrm>
            <a:off x="363429" y="4451226"/>
            <a:ext cx="36990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One-Shot Prompting</a:t>
            </a:r>
          </a:p>
        </p:txBody>
      </p:sp>
      <p:pic>
        <p:nvPicPr>
          <p:cNvPr id="8" name="Picture 7" descr="A diagram of a question and answer&#10;&#10;Description automatically generated">
            <a:extLst>
              <a:ext uri="{FF2B5EF4-FFF2-40B4-BE49-F238E27FC236}">
                <a16:creationId xmlns:a16="http://schemas.microsoft.com/office/drawing/2014/main" id="{2CAF44D7-5620-9B72-2D78-8B77AF2B91A2}"/>
              </a:ext>
            </a:extLst>
          </p:cNvPr>
          <p:cNvPicPr>
            <a:picLocks noChangeAspect="1"/>
          </p:cNvPicPr>
          <p:nvPr/>
        </p:nvPicPr>
        <p:blipFill>
          <a:blip r:embed="rId5"/>
          <a:stretch>
            <a:fillRect/>
          </a:stretch>
        </p:blipFill>
        <p:spPr>
          <a:xfrm>
            <a:off x="595313" y="4972050"/>
            <a:ext cx="2886075" cy="1885950"/>
          </a:xfrm>
          <a:prstGeom prst="rect">
            <a:avLst/>
          </a:prstGeom>
        </p:spPr>
      </p:pic>
      <p:pic>
        <p:nvPicPr>
          <p:cNvPr id="9" name="Picture 8" descr="Optimising Hard Prompts with Few-Shot Meta-Prompting | AI Research Paper  Details">
            <a:extLst>
              <a:ext uri="{FF2B5EF4-FFF2-40B4-BE49-F238E27FC236}">
                <a16:creationId xmlns:a16="http://schemas.microsoft.com/office/drawing/2014/main" id="{8E532B29-DC44-D58F-41A3-025406F9B6B7}"/>
              </a:ext>
            </a:extLst>
          </p:cNvPr>
          <p:cNvPicPr>
            <a:picLocks noChangeAspect="1"/>
          </p:cNvPicPr>
          <p:nvPr/>
        </p:nvPicPr>
        <p:blipFill>
          <a:blip r:embed="rId6"/>
          <a:stretch>
            <a:fillRect/>
          </a:stretch>
        </p:blipFill>
        <p:spPr>
          <a:xfrm>
            <a:off x="5124451" y="2033719"/>
            <a:ext cx="6305548" cy="3466837"/>
          </a:xfrm>
          <a:prstGeom prst="rect">
            <a:avLst/>
          </a:prstGeom>
        </p:spPr>
      </p:pic>
      <p:sp>
        <p:nvSpPr>
          <p:cNvPr id="10" name="TextBox 9">
            <a:extLst>
              <a:ext uri="{FF2B5EF4-FFF2-40B4-BE49-F238E27FC236}">
                <a16:creationId xmlns:a16="http://schemas.microsoft.com/office/drawing/2014/main" id="{206698FD-471A-01B0-76F7-979993E32083}"/>
              </a:ext>
            </a:extLst>
          </p:cNvPr>
          <p:cNvSpPr txBox="1"/>
          <p:nvPr/>
        </p:nvSpPr>
        <p:spPr>
          <a:xfrm>
            <a:off x="6074915" y="1109708"/>
            <a:ext cx="410370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dirty="0">
                <a:solidFill>
                  <a:srgbClr val="111827"/>
                </a:solidFill>
              </a:rPr>
              <a:t>Meta Prompting</a:t>
            </a:r>
            <a:endParaRPr lang="en-US" dirty="0"/>
          </a:p>
          <a:p>
            <a:pPr algn="l"/>
            <a:endParaRPr lang="en-US" dirty="0"/>
          </a:p>
        </p:txBody>
      </p:sp>
    </p:spTree>
    <p:extLst>
      <p:ext uri="{BB962C8B-B14F-4D97-AF65-F5344CB8AC3E}">
        <p14:creationId xmlns:p14="http://schemas.microsoft.com/office/powerpoint/2010/main" val="2257034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steps&#10;&#10;Description automatically generated">
            <a:extLst>
              <a:ext uri="{FF2B5EF4-FFF2-40B4-BE49-F238E27FC236}">
                <a16:creationId xmlns:a16="http://schemas.microsoft.com/office/drawing/2014/main" id="{6F5053D2-56E1-FE2D-8C1F-47552C0F1707}"/>
              </a:ext>
            </a:extLst>
          </p:cNvPr>
          <p:cNvPicPr>
            <a:picLocks noChangeAspect="1"/>
          </p:cNvPicPr>
          <p:nvPr/>
        </p:nvPicPr>
        <p:blipFill>
          <a:blip r:embed="rId2"/>
          <a:stretch>
            <a:fillRect/>
          </a:stretch>
        </p:blipFill>
        <p:spPr>
          <a:xfrm>
            <a:off x="267922" y="236740"/>
            <a:ext cx="4738971" cy="6325338"/>
          </a:xfrm>
          <a:prstGeom prst="rect">
            <a:avLst/>
          </a:prstGeom>
        </p:spPr>
      </p:pic>
      <p:sp>
        <p:nvSpPr>
          <p:cNvPr id="5" name="TextBox 4">
            <a:extLst>
              <a:ext uri="{FF2B5EF4-FFF2-40B4-BE49-F238E27FC236}">
                <a16:creationId xmlns:a16="http://schemas.microsoft.com/office/drawing/2014/main" id="{CDDC28EE-6D71-D263-4B4F-58FD68E38CB6}"/>
              </a:ext>
            </a:extLst>
          </p:cNvPr>
          <p:cNvSpPr txBox="1"/>
          <p:nvPr/>
        </p:nvSpPr>
        <p:spPr>
          <a:xfrm>
            <a:off x="5538186" y="2342225"/>
            <a:ext cx="611671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2856"/>
                </a:solidFill>
                <a:latin typeface="Trebuchet MS"/>
                <a:ea typeface="Noto Sans"/>
                <a:cs typeface="Noto Sans"/>
              </a:rPr>
              <a:t>Chain of Thought Prompting (</a:t>
            </a:r>
            <a:r>
              <a:rPr lang="en-US" b="1" err="1">
                <a:solidFill>
                  <a:srgbClr val="002856"/>
                </a:solidFill>
                <a:latin typeface="Trebuchet MS"/>
                <a:ea typeface="Noto Sans"/>
                <a:cs typeface="Noto Sans"/>
              </a:rPr>
              <a:t>CoT</a:t>
            </a:r>
            <a:r>
              <a:rPr lang="en-US" b="1" dirty="0">
                <a:solidFill>
                  <a:srgbClr val="002856"/>
                </a:solidFill>
                <a:latin typeface="Trebuchet MS"/>
                <a:ea typeface="Noto Sans"/>
                <a:cs typeface="Noto Sans"/>
              </a:rPr>
              <a:t>)</a:t>
            </a:r>
          </a:p>
          <a:p>
            <a:r>
              <a:rPr lang="en-US" dirty="0">
                <a:latin typeface="Trebuchet MS"/>
                <a:ea typeface="Noto Sans"/>
                <a:cs typeface="Noto Sans"/>
              </a:rPr>
              <a:t>Chain-of-Thought prompting enables complex reasoning capabilities through intermediate reasoning steps. This technique aims to make the model iterate and reason each step.</a:t>
            </a:r>
          </a:p>
        </p:txBody>
      </p:sp>
      <p:pic>
        <p:nvPicPr>
          <p:cNvPr id="6" name="Picture 5" descr="A screenshot of a test&#10;&#10;Description automatically generated">
            <a:extLst>
              <a:ext uri="{FF2B5EF4-FFF2-40B4-BE49-F238E27FC236}">
                <a16:creationId xmlns:a16="http://schemas.microsoft.com/office/drawing/2014/main" id="{F42F985B-DC1C-E63C-7688-69FD0541B13C}"/>
              </a:ext>
            </a:extLst>
          </p:cNvPr>
          <p:cNvPicPr>
            <a:picLocks noChangeAspect="1"/>
          </p:cNvPicPr>
          <p:nvPr/>
        </p:nvPicPr>
        <p:blipFill>
          <a:blip r:embed="rId3"/>
          <a:stretch>
            <a:fillRect/>
          </a:stretch>
        </p:blipFill>
        <p:spPr>
          <a:xfrm>
            <a:off x="5544752" y="4037074"/>
            <a:ext cx="6096185" cy="2334920"/>
          </a:xfrm>
          <a:prstGeom prst="rect">
            <a:avLst/>
          </a:prstGeom>
        </p:spPr>
      </p:pic>
    </p:spTree>
    <p:extLst>
      <p:ext uri="{BB962C8B-B14F-4D97-AF65-F5344CB8AC3E}">
        <p14:creationId xmlns:p14="http://schemas.microsoft.com/office/powerpoint/2010/main" val="3446434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DF9E11-F798-ACD3-2E76-1259C1D5911C}"/>
              </a:ext>
            </a:extLst>
          </p:cNvPr>
          <p:cNvSpPr txBox="1"/>
          <p:nvPr/>
        </p:nvSpPr>
        <p:spPr>
          <a:xfrm>
            <a:off x="225305" y="921779"/>
            <a:ext cx="5869448"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buFont typeface="Arial"/>
              <a:buChar char="•"/>
            </a:pPr>
            <a:r>
              <a:rPr lang="en-US" sz="1400" dirty="0">
                <a:latin typeface="Trebuchet MS"/>
                <a:ea typeface="Noto Sans"/>
                <a:cs typeface="Noto Sans"/>
              </a:rPr>
              <a:t>The next group of prompts is based on different strategies of combining prompts of one or a few of models:</a:t>
            </a:r>
            <a:endParaRPr lang="en-US"/>
          </a:p>
          <a:p>
            <a:pPr algn="just">
              <a:buFont typeface="Arial"/>
              <a:buChar char="•"/>
            </a:pPr>
            <a:endParaRPr lang="en-US" sz="1400" dirty="0">
              <a:latin typeface="Trebuchet MS"/>
              <a:ea typeface="Noto Sans"/>
              <a:cs typeface="Noto Sans"/>
            </a:endParaRPr>
          </a:p>
          <a:p>
            <a:pPr algn="just">
              <a:buFont typeface="Arial"/>
              <a:buChar char="•"/>
            </a:pPr>
            <a:r>
              <a:rPr lang="en-US" sz="1400" b="1" dirty="0">
                <a:ea typeface="+mn-lt"/>
                <a:cs typeface="+mn-lt"/>
              </a:rPr>
              <a:t>Voting.</a:t>
            </a:r>
            <a:r>
              <a:rPr lang="en-US" sz="1400" dirty="0">
                <a:ea typeface="+mn-lt"/>
                <a:cs typeface="+mn-lt"/>
              </a:rPr>
              <a:t> The idea is to apply voting to get the correct answer. Techniques: Self-Consistency.</a:t>
            </a:r>
            <a:endParaRPr lang="en-US" sz="1400" dirty="0"/>
          </a:p>
          <a:p>
            <a:pPr algn="just">
              <a:buFont typeface="Arial"/>
              <a:buChar char="•"/>
            </a:pPr>
            <a:endParaRPr lang="en-US" sz="1400" dirty="0">
              <a:ea typeface="+mn-lt"/>
              <a:cs typeface="+mn-lt"/>
            </a:endParaRPr>
          </a:p>
          <a:p>
            <a:pPr algn="just">
              <a:buFont typeface="Arial"/>
              <a:buChar char="•"/>
            </a:pPr>
            <a:r>
              <a:rPr lang="en-US" sz="1400" b="1" dirty="0">
                <a:ea typeface="+mn-lt"/>
                <a:cs typeface="+mn-lt"/>
              </a:rPr>
              <a:t>Divide and conquer.</a:t>
            </a:r>
            <a:r>
              <a:rPr lang="en-US" sz="1400" dirty="0">
                <a:ea typeface="+mn-lt"/>
                <a:cs typeface="+mn-lt"/>
              </a:rPr>
              <a:t> This group of prompts is based on dividing a complicated task into a few prompts. Techniques: Directional Stimulus, Generate Knowledge, Prompt Chaining, Chain-of-Table and Least-to-Most prompting.</a:t>
            </a:r>
          </a:p>
          <a:p>
            <a:pPr algn="just">
              <a:buFont typeface="Arial"/>
              <a:buChar char="•"/>
            </a:pPr>
            <a:endParaRPr lang="en-US" sz="1400" dirty="0">
              <a:ea typeface="+mn-lt"/>
              <a:cs typeface="+mn-lt"/>
            </a:endParaRPr>
          </a:p>
          <a:p>
            <a:pPr algn="just">
              <a:buFont typeface="Arial"/>
              <a:buChar char="•"/>
            </a:pPr>
            <a:r>
              <a:rPr lang="en-US" sz="1400" b="1" dirty="0">
                <a:ea typeface="+mn-lt"/>
                <a:cs typeface="+mn-lt"/>
              </a:rPr>
              <a:t>Self-evaluation</a:t>
            </a:r>
            <a:r>
              <a:rPr lang="en-US" sz="1400" dirty="0">
                <a:ea typeface="+mn-lt"/>
                <a:cs typeface="+mn-lt"/>
              </a:rPr>
              <a:t>. The approach suggests including into a framework a step of checking whether the output meets instructions. Techniques: </a:t>
            </a:r>
            <a:r>
              <a:rPr lang="en-US" sz="1400" dirty="0" err="1">
                <a:ea typeface="+mn-lt"/>
                <a:cs typeface="+mn-lt"/>
              </a:rPr>
              <a:t>Reflexion</a:t>
            </a:r>
            <a:r>
              <a:rPr lang="en-US" sz="1400" dirty="0">
                <a:ea typeface="+mn-lt"/>
                <a:cs typeface="+mn-lt"/>
              </a:rPr>
              <a:t>, Tree-of-Thoughts.</a:t>
            </a:r>
          </a:p>
        </p:txBody>
      </p:sp>
      <p:sp>
        <p:nvSpPr>
          <p:cNvPr id="8" name="Título 4">
            <a:extLst>
              <a:ext uri="{FF2B5EF4-FFF2-40B4-BE49-F238E27FC236}">
                <a16:creationId xmlns:a16="http://schemas.microsoft.com/office/drawing/2014/main" id="{865AC648-4718-E91C-2EE7-C7AFBA343F2E}"/>
              </a:ext>
            </a:extLst>
          </p:cNvPr>
          <p:cNvSpPr>
            <a:spLocks noGrp="1"/>
          </p:cNvSpPr>
          <p:nvPr/>
        </p:nvSpPr>
        <p:spPr>
          <a:xfrm>
            <a:off x="803198" y="-3603"/>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sz="2100" dirty="0">
                <a:solidFill>
                  <a:srgbClr val="002856"/>
                </a:solidFill>
                <a:latin typeface="Noto Sans"/>
                <a:ea typeface="Noto Sans"/>
                <a:cs typeface="Noto Sans"/>
              </a:rPr>
              <a:t> </a:t>
            </a:r>
            <a:r>
              <a:rPr lang="es-419" err="1">
                <a:solidFill>
                  <a:schemeClr val="tx1"/>
                </a:solidFill>
                <a:latin typeface="Noto Sans"/>
                <a:ea typeface="Noto Sans"/>
                <a:cs typeface="Noto Sans"/>
              </a:rPr>
              <a:t>Multiple</a:t>
            </a:r>
            <a:r>
              <a:rPr lang="es-419" dirty="0">
                <a:solidFill>
                  <a:schemeClr val="tx1"/>
                </a:solidFill>
                <a:latin typeface="Noto Sans"/>
                <a:ea typeface="Noto Sans"/>
                <a:cs typeface="Noto Sans"/>
              </a:rPr>
              <a:t> </a:t>
            </a:r>
            <a:r>
              <a:rPr lang="es-419" err="1">
                <a:solidFill>
                  <a:schemeClr val="tx1"/>
                </a:solidFill>
                <a:latin typeface="Noto Sans"/>
                <a:ea typeface="Noto Sans"/>
                <a:cs typeface="Noto Sans"/>
              </a:rPr>
              <a:t>Prompt</a:t>
            </a:r>
            <a:r>
              <a:rPr lang="es-419" dirty="0">
                <a:solidFill>
                  <a:schemeClr val="tx1"/>
                </a:solidFill>
                <a:latin typeface="Noto Sans"/>
                <a:ea typeface="Noto Sans"/>
                <a:cs typeface="Noto Sans"/>
              </a:rPr>
              <a:t> </a:t>
            </a:r>
            <a:r>
              <a:rPr lang="es-419" err="1">
                <a:solidFill>
                  <a:schemeClr val="tx1"/>
                </a:solidFill>
                <a:latin typeface="Noto Sans"/>
                <a:ea typeface="Noto Sans"/>
                <a:cs typeface="Noto Sans"/>
              </a:rPr>
              <a:t>Techniques</a:t>
            </a:r>
            <a:endParaRPr lang="en-US" err="1">
              <a:solidFill>
                <a:schemeClr val="tx1"/>
              </a:solidFill>
            </a:endParaRPr>
          </a:p>
        </p:txBody>
      </p:sp>
      <p:sp>
        <p:nvSpPr>
          <p:cNvPr id="3" name="TextBox 2">
            <a:extLst>
              <a:ext uri="{FF2B5EF4-FFF2-40B4-BE49-F238E27FC236}">
                <a16:creationId xmlns:a16="http://schemas.microsoft.com/office/drawing/2014/main" id="{2B50C698-A3FA-466A-E68C-3DCD8A3104E9}"/>
              </a:ext>
            </a:extLst>
          </p:cNvPr>
          <p:cNvSpPr txBox="1"/>
          <p:nvPr/>
        </p:nvSpPr>
        <p:spPr>
          <a:xfrm>
            <a:off x="6573915" y="89960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0000"/>
                </a:solidFill>
                <a:latin typeface="Noto Sans"/>
                <a:ea typeface="Noto Sans"/>
                <a:cs typeface="Noto Sans"/>
              </a:rPr>
              <a:t>Self Consistency (SC)</a:t>
            </a:r>
          </a:p>
        </p:txBody>
      </p:sp>
      <p:sp>
        <p:nvSpPr>
          <p:cNvPr id="4" name="TextBox 3">
            <a:extLst>
              <a:ext uri="{FF2B5EF4-FFF2-40B4-BE49-F238E27FC236}">
                <a16:creationId xmlns:a16="http://schemas.microsoft.com/office/drawing/2014/main" id="{84B9E437-81B8-1350-EBDE-70258ACD0F8C}"/>
              </a:ext>
            </a:extLst>
          </p:cNvPr>
          <p:cNvSpPr txBox="1"/>
          <p:nvPr/>
        </p:nvSpPr>
        <p:spPr>
          <a:xfrm>
            <a:off x="6576874" y="1272466"/>
            <a:ext cx="491231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dirty="0">
                <a:latin typeface="Trebuchet MS"/>
                <a:ea typeface="Noto Sans"/>
                <a:cs typeface="Noto Sans"/>
              </a:rPr>
              <a:t>Based on the intuition that “a complex reasoning problem typically admits multiple different ways of thinking leading to its unique correct answer”</a:t>
            </a:r>
            <a:endParaRPr lang="en-US" sz="1400" dirty="0">
              <a:latin typeface="Trebuchet MS"/>
            </a:endParaRPr>
          </a:p>
        </p:txBody>
      </p:sp>
      <p:pic>
        <p:nvPicPr>
          <p:cNvPr id="5" name="Picture 4" descr="A diagram of a response&#10;&#10;Description automatically generated">
            <a:extLst>
              <a:ext uri="{FF2B5EF4-FFF2-40B4-BE49-F238E27FC236}">
                <a16:creationId xmlns:a16="http://schemas.microsoft.com/office/drawing/2014/main" id="{3F14C7E7-7CCB-812D-05B2-989DE6CD7C1D}"/>
              </a:ext>
            </a:extLst>
          </p:cNvPr>
          <p:cNvPicPr>
            <a:picLocks noChangeAspect="1"/>
          </p:cNvPicPr>
          <p:nvPr/>
        </p:nvPicPr>
        <p:blipFill>
          <a:blip r:embed="rId2"/>
          <a:stretch>
            <a:fillRect/>
          </a:stretch>
        </p:blipFill>
        <p:spPr>
          <a:xfrm>
            <a:off x="6746983" y="2195651"/>
            <a:ext cx="5134346" cy="1837863"/>
          </a:xfrm>
          <a:prstGeom prst="rect">
            <a:avLst/>
          </a:prstGeom>
        </p:spPr>
      </p:pic>
      <p:pic>
        <p:nvPicPr>
          <p:cNvPr id="6" name="Picture 5" descr="A diagram of a language model&#10;&#10;Description automatically generated">
            <a:extLst>
              <a:ext uri="{FF2B5EF4-FFF2-40B4-BE49-F238E27FC236}">
                <a16:creationId xmlns:a16="http://schemas.microsoft.com/office/drawing/2014/main" id="{CE64D00B-D01D-8E6F-30CB-7FE1CE896C55}"/>
              </a:ext>
            </a:extLst>
          </p:cNvPr>
          <p:cNvPicPr>
            <a:picLocks noChangeAspect="1"/>
          </p:cNvPicPr>
          <p:nvPr/>
        </p:nvPicPr>
        <p:blipFill>
          <a:blip r:embed="rId3"/>
          <a:stretch>
            <a:fillRect/>
          </a:stretch>
        </p:blipFill>
        <p:spPr>
          <a:xfrm>
            <a:off x="2894213" y="4068423"/>
            <a:ext cx="6107652" cy="2790086"/>
          </a:xfrm>
          <a:prstGeom prst="rect">
            <a:avLst/>
          </a:prstGeom>
        </p:spPr>
      </p:pic>
    </p:spTree>
    <p:extLst>
      <p:ext uri="{BB962C8B-B14F-4D97-AF65-F5344CB8AC3E}">
        <p14:creationId xmlns:p14="http://schemas.microsoft.com/office/powerpoint/2010/main" val="244895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3AD5642-37D0-8F6D-1707-2E2308AE5BE9}"/>
              </a:ext>
            </a:extLst>
          </p:cNvPr>
          <p:cNvSpPr txBox="1"/>
          <p:nvPr/>
        </p:nvSpPr>
        <p:spPr>
          <a:xfrm>
            <a:off x="399494" y="207145"/>
            <a:ext cx="3121980" cy="13388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latin typeface="Trebuchet MS"/>
                <a:ea typeface="Noto Sans"/>
                <a:cs typeface="Noto Sans"/>
              </a:rPr>
              <a:t>Prompt Chaining</a:t>
            </a:r>
          </a:p>
          <a:p>
            <a:pPr algn="just"/>
            <a:endParaRPr lang="en-US" sz="1200" dirty="0">
              <a:solidFill>
                <a:srgbClr val="515151"/>
              </a:solidFill>
              <a:latin typeface="Trebuchet MS"/>
              <a:ea typeface="Noto Sans"/>
              <a:cs typeface="Noto Sans"/>
            </a:endParaRPr>
          </a:p>
          <a:p>
            <a:pPr algn="just"/>
            <a:r>
              <a:rPr lang="en-US" sz="1200" dirty="0">
                <a:solidFill>
                  <a:srgbClr val="515151"/>
                </a:solidFill>
                <a:latin typeface="Trebuchet MS"/>
                <a:ea typeface="Noto Sans"/>
                <a:cs typeface="Noto Sans"/>
              </a:rPr>
              <a:t>Technique in which you should split your task into subproblems and prompt the model with them one by one.</a:t>
            </a:r>
            <a:endParaRPr lang="en-US">
              <a:latin typeface="Trebuchet MS"/>
            </a:endParaRPr>
          </a:p>
          <a:p>
            <a:endParaRPr lang="en-US" dirty="0"/>
          </a:p>
        </p:txBody>
      </p:sp>
      <p:pic>
        <p:nvPicPr>
          <p:cNvPr id="9" name="Picture 8" descr="A diagram of a story&#10;&#10;Description automatically generated">
            <a:extLst>
              <a:ext uri="{FF2B5EF4-FFF2-40B4-BE49-F238E27FC236}">
                <a16:creationId xmlns:a16="http://schemas.microsoft.com/office/drawing/2014/main" id="{809134C9-2661-EEF5-8D30-C202938FF01F}"/>
              </a:ext>
            </a:extLst>
          </p:cNvPr>
          <p:cNvPicPr>
            <a:picLocks noChangeAspect="1"/>
          </p:cNvPicPr>
          <p:nvPr/>
        </p:nvPicPr>
        <p:blipFill>
          <a:blip r:embed="rId2"/>
          <a:stretch>
            <a:fillRect/>
          </a:stretch>
        </p:blipFill>
        <p:spPr>
          <a:xfrm>
            <a:off x="317330" y="1543558"/>
            <a:ext cx="5468738" cy="2601991"/>
          </a:xfrm>
          <a:prstGeom prst="rect">
            <a:avLst/>
          </a:prstGeom>
        </p:spPr>
      </p:pic>
      <p:sp>
        <p:nvSpPr>
          <p:cNvPr id="10" name="TextBox 9">
            <a:extLst>
              <a:ext uri="{FF2B5EF4-FFF2-40B4-BE49-F238E27FC236}">
                <a16:creationId xmlns:a16="http://schemas.microsoft.com/office/drawing/2014/main" id="{66786B28-5D5B-6B9B-31B8-38D931FB9914}"/>
              </a:ext>
            </a:extLst>
          </p:cNvPr>
          <p:cNvSpPr txBox="1"/>
          <p:nvPr/>
        </p:nvSpPr>
        <p:spPr>
          <a:xfrm>
            <a:off x="6517688" y="207145"/>
            <a:ext cx="528961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latin typeface="Trebuchet MS"/>
                <a:ea typeface="Noto Sans"/>
                <a:cs typeface="Noto Sans"/>
              </a:rPr>
              <a:t>LLM frameworks with external tools</a:t>
            </a:r>
            <a:endParaRPr lang="en-US" sz="1500" b="1">
              <a:latin typeface="Trebuchet MS"/>
            </a:endParaRPr>
          </a:p>
          <a:p>
            <a:endParaRPr lang="en-US" sz="1500" b="1" dirty="0">
              <a:latin typeface="Trebuchet MS"/>
              <a:ea typeface="Noto Sans"/>
              <a:cs typeface="Noto Sans"/>
            </a:endParaRPr>
          </a:p>
          <a:p>
            <a:r>
              <a:rPr lang="en-US" sz="1200" dirty="0">
                <a:latin typeface="Trebuchet MS"/>
                <a:ea typeface="Noto Sans"/>
                <a:cs typeface="Noto Sans"/>
              </a:rPr>
              <a:t>Retrieval-Augmented Generation (RAG)</a:t>
            </a:r>
            <a:endParaRPr lang="en-US" dirty="0">
              <a:latin typeface="Trebuchet MS"/>
            </a:endParaRPr>
          </a:p>
          <a:p>
            <a:r>
              <a:rPr lang="en-US" sz="1200" dirty="0">
                <a:latin typeface="Trebuchet MS"/>
                <a:ea typeface="Noto Sans"/>
                <a:cs typeface="Noto Sans"/>
              </a:rPr>
              <a:t>RAG combines an information retrieval component with a text generator model:</a:t>
            </a:r>
            <a:endParaRPr lang="en-US" dirty="0">
              <a:latin typeface="Trebuchet MS"/>
            </a:endParaRPr>
          </a:p>
          <a:p>
            <a:pPr marL="285750" indent="-285750">
              <a:buFont typeface="Arial"/>
              <a:buChar char="•"/>
            </a:pPr>
            <a:r>
              <a:rPr lang="en-US" sz="1200" dirty="0">
                <a:latin typeface="Trebuchet MS"/>
                <a:ea typeface="Noto Sans"/>
                <a:cs typeface="Noto Sans"/>
              </a:rPr>
              <a:t>Retrieval. At the retrieval step the system searches for relevant documents that might answer the question typically using the vector search,</a:t>
            </a:r>
            <a:endParaRPr lang="en-US" dirty="0">
              <a:latin typeface="Trebuchet MS"/>
            </a:endParaRPr>
          </a:p>
          <a:p>
            <a:pPr marL="285750" indent="-285750">
              <a:buFont typeface="Arial"/>
              <a:buChar char="•"/>
            </a:pPr>
            <a:r>
              <a:rPr lang="en-US" sz="1200" dirty="0">
                <a:latin typeface="Trebuchet MS"/>
                <a:ea typeface="Noto Sans"/>
                <a:cs typeface="Noto Sans"/>
              </a:rPr>
              <a:t>Generation. Next the relevant documents are passed as a context to an LLM together with the initial question.</a:t>
            </a:r>
            <a:endParaRPr lang="en-US" dirty="0">
              <a:latin typeface="Trebuchet MS"/>
            </a:endParaRPr>
          </a:p>
          <a:p>
            <a:r>
              <a:rPr lang="en-US" sz="1200" dirty="0">
                <a:latin typeface="Trebuchet MS"/>
                <a:ea typeface="Noto Sans"/>
                <a:cs typeface="Noto Sans"/>
              </a:rPr>
              <a:t>In most cases RAG-sequence approach is used meaning that we retrieve </a:t>
            </a:r>
            <a:r>
              <a:rPr lang="en-US" sz="1200" i="1" dirty="0">
                <a:latin typeface="Trebuchet MS"/>
                <a:ea typeface="Noto Sans"/>
                <a:cs typeface="Noto Sans"/>
              </a:rPr>
              <a:t>k</a:t>
            </a:r>
            <a:r>
              <a:rPr lang="en-US" sz="1200" dirty="0">
                <a:latin typeface="Trebuchet MS"/>
                <a:ea typeface="Noto Sans"/>
                <a:cs typeface="Noto Sans"/>
              </a:rPr>
              <a:t> documents, and use them to generate all the output tokens that answer a user query.</a:t>
            </a:r>
            <a:endParaRPr lang="en-US" dirty="0">
              <a:latin typeface="Trebuchet MS"/>
            </a:endParaRPr>
          </a:p>
          <a:p>
            <a:endParaRPr lang="en-US" sz="1500" b="1" dirty="0">
              <a:latin typeface="Trebuchet MS"/>
              <a:ea typeface="Noto Sans"/>
              <a:cs typeface="Noto Sans"/>
            </a:endParaRPr>
          </a:p>
          <a:p>
            <a:endParaRPr lang="en-US" sz="1500" b="1" dirty="0">
              <a:latin typeface="Noto Sans"/>
              <a:ea typeface="Noto Sans"/>
              <a:cs typeface="Noto Sans"/>
            </a:endParaRPr>
          </a:p>
        </p:txBody>
      </p:sp>
      <p:pic>
        <p:nvPicPr>
          <p:cNvPr id="11" name="Picture 10" descr="A diagram of a diagram&#10;&#10;Description automatically generated">
            <a:extLst>
              <a:ext uri="{FF2B5EF4-FFF2-40B4-BE49-F238E27FC236}">
                <a16:creationId xmlns:a16="http://schemas.microsoft.com/office/drawing/2014/main" id="{1F886DF0-EB3B-F88C-3A4F-C892D9940BB7}"/>
              </a:ext>
            </a:extLst>
          </p:cNvPr>
          <p:cNvPicPr>
            <a:picLocks noChangeAspect="1"/>
          </p:cNvPicPr>
          <p:nvPr/>
        </p:nvPicPr>
        <p:blipFill>
          <a:blip r:embed="rId3"/>
          <a:stretch>
            <a:fillRect/>
          </a:stretch>
        </p:blipFill>
        <p:spPr>
          <a:xfrm>
            <a:off x="6756415" y="2971892"/>
            <a:ext cx="4804762" cy="1343303"/>
          </a:xfrm>
          <a:prstGeom prst="rect">
            <a:avLst/>
          </a:prstGeom>
        </p:spPr>
      </p:pic>
      <p:sp>
        <p:nvSpPr>
          <p:cNvPr id="12" name="TextBox 11">
            <a:extLst>
              <a:ext uri="{FF2B5EF4-FFF2-40B4-BE49-F238E27FC236}">
                <a16:creationId xmlns:a16="http://schemas.microsoft.com/office/drawing/2014/main" id="{59C042E1-8561-FCCC-6FC8-483977C3D254}"/>
              </a:ext>
            </a:extLst>
          </p:cNvPr>
          <p:cNvSpPr txBox="1"/>
          <p:nvPr/>
        </p:nvSpPr>
        <p:spPr>
          <a:xfrm>
            <a:off x="355106" y="4498018"/>
            <a:ext cx="551155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500" err="1">
                <a:solidFill>
                  <a:srgbClr val="515151"/>
                </a:solidFill>
                <a:latin typeface="Trebuchet MS"/>
                <a:ea typeface="Noto Sans"/>
                <a:cs typeface="Noto Sans"/>
              </a:rPr>
              <a:t>ReAct</a:t>
            </a:r>
            <a:r>
              <a:rPr lang="en-US" sz="1500" dirty="0">
                <a:solidFill>
                  <a:srgbClr val="515151"/>
                </a:solidFill>
                <a:latin typeface="Trebuchet MS"/>
                <a:ea typeface="Noto Sans"/>
                <a:cs typeface="Noto Sans"/>
              </a:rPr>
              <a:t> where LLMs are used to generate both </a:t>
            </a:r>
            <a:r>
              <a:rPr lang="en-US" sz="1500" i="1" dirty="0">
                <a:solidFill>
                  <a:srgbClr val="515151"/>
                </a:solidFill>
                <a:latin typeface="Trebuchet MS"/>
                <a:ea typeface="Noto Sans"/>
                <a:cs typeface="Noto Sans"/>
              </a:rPr>
              <a:t>reasoning traces</a:t>
            </a:r>
            <a:r>
              <a:rPr lang="en-US" sz="1500" dirty="0">
                <a:solidFill>
                  <a:srgbClr val="515151"/>
                </a:solidFill>
                <a:latin typeface="Trebuchet MS"/>
                <a:ea typeface="Noto Sans"/>
                <a:cs typeface="Noto Sans"/>
              </a:rPr>
              <a:t> and </a:t>
            </a:r>
            <a:r>
              <a:rPr lang="en-US" sz="1500" i="1" dirty="0">
                <a:solidFill>
                  <a:srgbClr val="515151"/>
                </a:solidFill>
                <a:latin typeface="Trebuchet MS"/>
                <a:ea typeface="Noto Sans"/>
                <a:cs typeface="Noto Sans"/>
              </a:rPr>
              <a:t>task-specific actions</a:t>
            </a:r>
            <a:r>
              <a:rPr lang="en-US" sz="1500" dirty="0">
                <a:solidFill>
                  <a:srgbClr val="515151"/>
                </a:solidFill>
                <a:latin typeface="Trebuchet MS"/>
                <a:ea typeface="Noto Sans"/>
                <a:cs typeface="Noto Sans"/>
              </a:rPr>
              <a:t> in an interleaved manner: reasoning traces help the model induce, track, and update action plans as well as handle exceptions, while actions allow it to interface with and gather additional information from external sources such as knowledge bases or environments.</a:t>
            </a:r>
            <a:endParaRPr lang="en-US" sz="1500">
              <a:latin typeface="Trebuchet MS"/>
            </a:endParaRPr>
          </a:p>
        </p:txBody>
      </p:sp>
      <p:pic>
        <p:nvPicPr>
          <p:cNvPr id="13" name="Picture 12" descr="A diagram of a thought and answer&#10;&#10;Description automatically generated">
            <a:extLst>
              <a:ext uri="{FF2B5EF4-FFF2-40B4-BE49-F238E27FC236}">
                <a16:creationId xmlns:a16="http://schemas.microsoft.com/office/drawing/2014/main" id="{8FBE9C39-DDF6-CAD8-74F4-5673DD770A85}"/>
              </a:ext>
            </a:extLst>
          </p:cNvPr>
          <p:cNvPicPr>
            <a:picLocks noChangeAspect="1"/>
          </p:cNvPicPr>
          <p:nvPr/>
        </p:nvPicPr>
        <p:blipFill>
          <a:blip r:embed="rId4"/>
          <a:stretch>
            <a:fillRect/>
          </a:stretch>
        </p:blipFill>
        <p:spPr>
          <a:xfrm>
            <a:off x="6746474" y="4499498"/>
            <a:ext cx="4817246" cy="1861352"/>
          </a:xfrm>
          <a:prstGeom prst="rect">
            <a:avLst/>
          </a:prstGeom>
        </p:spPr>
      </p:pic>
    </p:spTree>
    <p:extLst>
      <p:ext uri="{BB962C8B-B14F-4D97-AF65-F5344CB8AC3E}">
        <p14:creationId xmlns:p14="http://schemas.microsoft.com/office/powerpoint/2010/main" val="1367321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6CEE9E-CA3F-07DE-7992-5C5404490F37}"/>
              </a:ext>
            </a:extLst>
          </p:cNvPr>
          <p:cNvSpPr txBox="1"/>
          <p:nvPr/>
        </p:nvSpPr>
        <p:spPr>
          <a:xfrm>
            <a:off x="1564459" y="431575"/>
            <a:ext cx="805157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ea typeface="+mn-lt"/>
                <a:cs typeface="+mn-lt"/>
              </a:rPr>
              <a:t>Hands-On Practice with Prompt Engineering</a:t>
            </a:r>
            <a:endParaRPr lang="en-US" dirty="0"/>
          </a:p>
        </p:txBody>
      </p:sp>
      <p:sp>
        <p:nvSpPr>
          <p:cNvPr id="3" name="TextBox 2">
            <a:extLst>
              <a:ext uri="{FF2B5EF4-FFF2-40B4-BE49-F238E27FC236}">
                <a16:creationId xmlns:a16="http://schemas.microsoft.com/office/drawing/2014/main" id="{15A950E1-B4D4-A06B-19A4-15B9FFB5788A}"/>
              </a:ext>
            </a:extLst>
          </p:cNvPr>
          <p:cNvSpPr txBox="1"/>
          <p:nvPr/>
        </p:nvSpPr>
        <p:spPr>
          <a:xfrm>
            <a:off x="968348" y="1359462"/>
            <a:ext cx="10545858"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dirty="0"/>
              <a:t>Easy Exercise: Function Creation Prompt</a:t>
            </a:r>
            <a:endParaRPr lang="en-US" sz="1500" dirty="0"/>
          </a:p>
          <a:p>
            <a:pPr marL="285750" indent="-285750">
              <a:buFont typeface="Arial"/>
              <a:buChar char="•"/>
            </a:pPr>
            <a:r>
              <a:rPr lang="en-US" sz="1500" b="1" dirty="0">
                <a:ea typeface="+mn-lt"/>
                <a:cs typeface="+mn-lt"/>
              </a:rPr>
              <a:t>Task</a:t>
            </a:r>
            <a:r>
              <a:rPr lang="en-US" sz="1500" dirty="0">
                <a:ea typeface="+mn-lt"/>
                <a:cs typeface="+mn-lt"/>
              </a:rPr>
              <a:t>: Write a prompt to generate a Python function that calculates the Fibonacci sequence up to a given number </a:t>
            </a:r>
            <a:r>
              <a:rPr lang="en-US" sz="1500" dirty="0">
                <a:latin typeface="Consolas"/>
                <a:ea typeface="+mn-lt"/>
                <a:cs typeface="+mn-lt"/>
              </a:rPr>
              <a:t>n</a:t>
            </a:r>
            <a:r>
              <a:rPr lang="en-US" sz="1500" dirty="0">
                <a:ea typeface="+mn-lt"/>
                <a:cs typeface="+mn-lt"/>
              </a:rPr>
              <a:t>.</a:t>
            </a:r>
          </a:p>
          <a:p>
            <a:pPr marL="285750" indent="-285750">
              <a:buFont typeface="Arial"/>
              <a:buChar char="•"/>
            </a:pPr>
            <a:r>
              <a:rPr lang="en-US" sz="1500" b="1" dirty="0">
                <a:ea typeface="+mn-lt"/>
                <a:cs typeface="+mn-lt"/>
              </a:rPr>
              <a:t>Guidance</a:t>
            </a:r>
            <a:r>
              <a:rPr lang="en-US" sz="1500" dirty="0">
                <a:ea typeface="+mn-lt"/>
                <a:cs typeface="+mn-lt"/>
              </a:rPr>
              <a:t>: specify that the function should return a list of Fibonacci numbers.</a:t>
            </a:r>
          </a:p>
          <a:p>
            <a:endParaRPr lang="en-US" sz="1500" b="1" dirty="0"/>
          </a:p>
          <a:p>
            <a:pPr>
              <a:buFont typeface=""/>
              <a:buChar char="•"/>
            </a:pPr>
            <a:endParaRPr lang="en-US" sz="1500" dirty="0"/>
          </a:p>
          <a:p>
            <a:r>
              <a:rPr lang="en-US" sz="1500" b="1" dirty="0">
                <a:ea typeface="+mn-lt"/>
                <a:cs typeface="+mn-lt"/>
              </a:rPr>
              <a:t>Medium Exercise: </a:t>
            </a:r>
            <a:r>
              <a:rPr lang="en-US" sz="1500" b="1" dirty="0"/>
              <a:t>Medium Exercise: Code Documentation Prompt</a:t>
            </a:r>
            <a:endParaRPr lang="en-US" sz="1500" dirty="0"/>
          </a:p>
          <a:p>
            <a:pPr marL="285750" indent="-285750">
              <a:buFont typeface="Arial"/>
              <a:buChar char="•"/>
            </a:pPr>
            <a:r>
              <a:rPr lang="en-US" sz="1500" b="1" dirty="0">
                <a:ea typeface="+mn-lt"/>
                <a:cs typeface="+mn-lt"/>
              </a:rPr>
              <a:t>Task</a:t>
            </a:r>
            <a:r>
              <a:rPr lang="en-US" sz="1500" dirty="0">
                <a:ea typeface="+mn-lt"/>
                <a:cs typeface="+mn-lt"/>
              </a:rPr>
              <a:t>: Write a prompt that asks the AI to document an existing function in Python, explaining each line in comments.</a:t>
            </a:r>
          </a:p>
          <a:p>
            <a:pPr marL="285750" indent="-285750">
              <a:buFont typeface="Arial"/>
              <a:buChar char="•"/>
            </a:pPr>
            <a:r>
              <a:rPr lang="en-US" sz="1500" b="1" dirty="0">
                <a:ea typeface="+mn-lt"/>
                <a:cs typeface="+mn-lt"/>
              </a:rPr>
              <a:t>Guidance</a:t>
            </a:r>
            <a:r>
              <a:rPr lang="en-US" sz="1500" dirty="0">
                <a:ea typeface="+mn-lt"/>
                <a:cs typeface="+mn-lt"/>
              </a:rPr>
              <a:t>: use a sample function, like a sorting algorithm, and ask for line-by-line documentation.</a:t>
            </a:r>
          </a:p>
          <a:p>
            <a:pPr>
              <a:buFont typeface="Arial"/>
              <a:buChar char="•"/>
            </a:pPr>
            <a:endParaRPr lang="en-US" sz="1500" dirty="0"/>
          </a:p>
          <a:p>
            <a:r>
              <a:rPr lang="en-US" sz="1500" b="1" dirty="0"/>
              <a:t>Hard Exercise: Multi-Step Prompt for API Integration</a:t>
            </a:r>
            <a:endParaRPr lang="en-US" sz="1500" dirty="0">
              <a:ea typeface="+mn-lt"/>
              <a:cs typeface="+mn-lt"/>
            </a:endParaRPr>
          </a:p>
          <a:p>
            <a:r>
              <a:rPr lang="en-US" sz="1500" b="1" dirty="0">
                <a:ea typeface="+mn-lt"/>
                <a:cs typeface="+mn-lt"/>
              </a:rPr>
              <a:t>Task</a:t>
            </a:r>
            <a:r>
              <a:rPr lang="en-US" sz="1500" dirty="0">
                <a:ea typeface="+mn-lt"/>
                <a:cs typeface="+mn-lt"/>
              </a:rPr>
              <a:t>: Create a prompt to generate a Python script that fetches weather data from an API and processes it.</a:t>
            </a:r>
          </a:p>
          <a:p>
            <a:pPr marL="285750" indent="-285750">
              <a:buFont typeface="Arial"/>
              <a:buChar char="•"/>
            </a:pPr>
            <a:r>
              <a:rPr lang="en-US" sz="1500" b="1" dirty="0">
                <a:ea typeface="+mn-lt"/>
                <a:cs typeface="+mn-lt"/>
              </a:rPr>
              <a:t>Guidance</a:t>
            </a:r>
            <a:r>
              <a:rPr lang="en-US" sz="1500" dirty="0">
                <a:ea typeface="+mn-lt"/>
                <a:cs typeface="+mn-lt"/>
              </a:rPr>
              <a:t>:</a:t>
            </a:r>
            <a:endParaRPr lang="en-US" sz="1500" dirty="0"/>
          </a:p>
          <a:p>
            <a:pPr marL="742950" lvl="1" indent="-285750">
              <a:buFont typeface="Arial"/>
              <a:buChar char="•"/>
            </a:pPr>
            <a:r>
              <a:rPr lang="en-US" sz="1500" dirty="0">
                <a:ea typeface="+mn-lt"/>
                <a:cs typeface="+mn-lt"/>
              </a:rPr>
              <a:t>The first prompt should request code to fetch data from a weather API (like </a:t>
            </a:r>
            <a:r>
              <a:rPr lang="en-US" sz="1500" err="1">
                <a:ea typeface="+mn-lt"/>
                <a:cs typeface="+mn-lt"/>
              </a:rPr>
              <a:t>OpenWeatherMap</a:t>
            </a:r>
            <a:r>
              <a:rPr lang="en-US" sz="1500" dirty="0">
                <a:ea typeface="+mn-lt"/>
                <a:cs typeface="+mn-lt"/>
              </a:rPr>
              <a:t>).</a:t>
            </a:r>
            <a:endParaRPr lang="en-US" sz="1500" dirty="0"/>
          </a:p>
          <a:p>
            <a:pPr marL="742950" lvl="1" indent="-285750">
              <a:buFont typeface="Arial"/>
              <a:buChar char="•"/>
            </a:pPr>
            <a:r>
              <a:rPr lang="en-US" sz="1500" dirty="0">
                <a:ea typeface="+mn-lt"/>
                <a:cs typeface="+mn-lt"/>
              </a:rPr>
              <a:t>The second prompt should ask for code to parse and display relevant data like temperature, humidity, etc.</a:t>
            </a:r>
          </a:p>
          <a:p>
            <a:endParaRPr lang="en-US" sz="1500" b="1" dirty="0"/>
          </a:p>
          <a:p>
            <a:endParaRPr lang="en-US" sz="1500" dirty="0"/>
          </a:p>
          <a:p>
            <a:r>
              <a:rPr lang="en-US" sz="1500" dirty="0"/>
              <a:t>Feel free to use the AI model of preference and compare the results, the main goal is how to make prompts to make possible your goals.</a:t>
            </a:r>
            <a:endParaRPr lang="en-US"/>
          </a:p>
          <a:p>
            <a:pPr>
              <a:buFont typeface=""/>
              <a:buChar char="•"/>
            </a:pPr>
            <a:endParaRPr lang="en-US" sz="1500" dirty="0">
              <a:ea typeface="+mn-lt"/>
              <a:cs typeface="+mn-lt"/>
            </a:endParaRPr>
          </a:p>
        </p:txBody>
      </p:sp>
    </p:spTree>
    <p:extLst>
      <p:ext uri="{BB962C8B-B14F-4D97-AF65-F5344CB8AC3E}">
        <p14:creationId xmlns:p14="http://schemas.microsoft.com/office/powerpoint/2010/main" val="303365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FE712D-CCDA-BD08-A769-2C8823E4C25E}"/>
              </a:ext>
            </a:extLst>
          </p:cNvPr>
          <p:cNvSpPr txBox="1"/>
          <p:nvPr/>
        </p:nvSpPr>
        <p:spPr>
          <a:xfrm>
            <a:off x="745309" y="187992"/>
            <a:ext cx="10736188"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Reference Links</a:t>
            </a:r>
          </a:p>
          <a:p>
            <a:pPr algn="just"/>
            <a:endParaRPr lang="en-US" dirty="0"/>
          </a:p>
          <a:p>
            <a:pPr algn="just"/>
            <a:r>
              <a:rPr lang="en-US" b="1" dirty="0">
                <a:ea typeface="+mn-lt"/>
                <a:cs typeface="+mn-lt"/>
                <a:hlinkClick r:id="rId2">
                  <a:extLst>
                    <a:ext uri="{A12FA001-AC4F-418D-AE19-62706E023703}">
                      <ahyp:hlinkClr xmlns:ahyp="http://schemas.microsoft.com/office/drawing/2018/hyperlinkcolor" val="tx"/>
                    </a:ext>
                  </a:extLst>
                </a:hlinkClick>
              </a:rPr>
              <a:t>https://www.ibm.com/topics/prompt-engineering</a:t>
            </a:r>
            <a:endParaRPr lang="en-US" b="1" dirty="0"/>
          </a:p>
          <a:p>
            <a:pPr algn="just"/>
            <a:endParaRPr lang="en-US" b="1" dirty="0">
              <a:ea typeface="+mn-lt"/>
              <a:cs typeface="+mn-lt"/>
            </a:endParaRPr>
          </a:p>
          <a:p>
            <a:pPr algn="just"/>
            <a:r>
              <a:rPr lang="en-US" b="1" dirty="0">
                <a:ea typeface="+mn-lt"/>
                <a:cs typeface="+mn-lt"/>
                <a:hlinkClick r:id="rId3">
                  <a:extLst>
                    <a:ext uri="{A12FA001-AC4F-418D-AE19-62706E023703}">
                      <ahyp:hlinkClr xmlns:ahyp="http://schemas.microsoft.com/office/drawing/2018/hyperlinkcolor" val="tx"/>
                    </a:ext>
                  </a:extLst>
                </a:hlinkClick>
              </a:rPr>
              <a:t>https://promptengineering.org/what-is-prompt-engineering/</a:t>
            </a:r>
            <a:endParaRPr lang="en-US" b="1" dirty="0">
              <a:ea typeface="+mn-lt"/>
              <a:cs typeface="+mn-lt"/>
            </a:endParaRPr>
          </a:p>
          <a:p>
            <a:pPr algn="just"/>
            <a:endParaRPr lang="en-US" b="1" dirty="0">
              <a:ea typeface="+mn-lt"/>
              <a:cs typeface="+mn-lt"/>
            </a:endParaRPr>
          </a:p>
          <a:p>
            <a:pPr algn="just"/>
            <a:r>
              <a:rPr lang="en-US" b="1" dirty="0">
                <a:ea typeface="+mn-lt"/>
                <a:cs typeface="+mn-lt"/>
                <a:hlinkClick r:id="rId4">
                  <a:extLst>
                    <a:ext uri="{A12FA001-AC4F-418D-AE19-62706E023703}">
                      <ahyp:hlinkClr xmlns:ahyp="http://schemas.microsoft.com/office/drawing/2018/hyperlinkcolor" val="tx"/>
                    </a:ext>
                  </a:extLst>
                </a:hlinkClick>
              </a:rPr>
              <a:t>https://mailchimp.com/resources/prompt-engineering/</a:t>
            </a:r>
            <a:endParaRPr lang="en-US" b="1" dirty="0"/>
          </a:p>
          <a:p>
            <a:pPr algn="just"/>
            <a:endParaRPr lang="en-US" b="1" dirty="0"/>
          </a:p>
          <a:p>
            <a:pPr algn="just"/>
            <a:r>
              <a:rPr lang="en-US" b="1" dirty="0">
                <a:ea typeface="+mn-lt"/>
                <a:cs typeface="+mn-lt"/>
                <a:hlinkClick r:id="rId5">
                  <a:extLst>
                    <a:ext uri="{A12FA001-AC4F-418D-AE19-62706E023703}">
                      <ahyp:hlinkClr xmlns:ahyp="http://schemas.microsoft.com/office/drawing/2018/hyperlinkcolor" val="tx"/>
                    </a:ext>
                  </a:extLst>
                </a:hlinkClick>
              </a:rPr>
              <a:t>https://www.promptingguide.ai/techniques</a:t>
            </a:r>
            <a:endParaRPr lang="en-US" b="1" dirty="0"/>
          </a:p>
          <a:p>
            <a:pPr algn="just"/>
            <a:endParaRPr lang="en-US" dirty="0">
              <a:ea typeface="+mn-lt"/>
              <a:cs typeface="+mn-lt"/>
            </a:endParaRPr>
          </a:p>
          <a:p>
            <a:pPr algn="just"/>
            <a:r>
              <a:rPr lang="en-US" dirty="0">
                <a:ea typeface="+mn-lt"/>
                <a:cs typeface="+mn-lt"/>
                <a:hlinkClick r:id="rId6">
                  <a:extLst>
                    <a:ext uri="{A12FA001-AC4F-418D-AE19-62706E023703}">
                      <ahyp:hlinkClr xmlns:ahyp="http://schemas.microsoft.com/office/drawing/2018/hyperlinkcolor" val="tx"/>
                    </a:ext>
                  </a:extLst>
                </a:hlinkClick>
              </a:rPr>
              <a:t>https://www.analyticsvidhya.com/blog/2024/07/one-shot-prompting/#h-what-is-one-shot-prompting</a:t>
            </a:r>
            <a:endParaRPr lang="en-US" dirty="0">
              <a:hlinkClick r:id="rId6">
                <a:extLst>
                  <a:ext uri="{A12FA001-AC4F-418D-AE19-62706E023703}">
                    <ahyp:hlinkClr xmlns:ahyp="http://schemas.microsoft.com/office/drawing/2018/hyperlinkcolor" val="tx"/>
                  </a:ext>
                </a:extLst>
              </a:hlinkClick>
            </a:endParaRPr>
          </a:p>
          <a:p>
            <a:pPr algn="just"/>
            <a:endParaRPr lang="en-US" dirty="0">
              <a:ea typeface="+mn-lt"/>
              <a:cs typeface="+mn-lt"/>
            </a:endParaRPr>
          </a:p>
          <a:p>
            <a:pPr algn="just"/>
            <a:r>
              <a:rPr lang="en-US" dirty="0">
                <a:ea typeface="+mn-lt"/>
                <a:cs typeface="+mn-lt"/>
                <a:hlinkClick r:id="rId7">
                  <a:extLst>
                    <a:ext uri="{A12FA001-AC4F-418D-AE19-62706E023703}">
                      <ahyp:hlinkClr xmlns:ahyp="http://schemas.microsoft.com/office/drawing/2018/hyperlinkcolor" val="tx"/>
                    </a:ext>
                  </a:extLst>
                </a:hlinkClick>
              </a:rPr>
              <a:t>https://www.prompthub.us/blog/a-complete-guide-to-meta-prompting</a:t>
            </a:r>
          </a:p>
          <a:p>
            <a:pPr algn="just"/>
            <a:endParaRPr lang="en-US" dirty="0">
              <a:ea typeface="+mn-lt"/>
              <a:cs typeface="+mn-lt"/>
            </a:endParaRPr>
          </a:p>
          <a:p>
            <a:pPr algn="just"/>
            <a:r>
              <a:rPr lang="en-US" dirty="0">
                <a:ea typeface="+mn-lt"/>
                <a:cs typeface="+mn-lt"/>
                <a:hlinkClick r:id="rId8">
                  <a:extLst>
                    <a:ext uri="{A12FA001-AC4F-418D-AE19-62706E023703}">
                      <ahyp:hlinkClr xmlns:ahyp="http://schemas.microsoft.com/office/drawing/2018/hyperlinkcolor" val="tx"/>
                    </a:ext>
                  </a:extLst>
                </a:hlinkClick>
              </a:rPr>
              <a:t>https://medium.com/accredian/meta-prompting-unlocking-ais-power-to-self-improve-f1ee40974a4a</a:t>
            </a:r>
            <a:endParaRPr lang="en-US" dirty="0">
              <a:hlinkClick r:id="rId8">
                <a:extLst>
                  <a:ext uri="{A12FA001-AC4F-418D-AE19-62706E023703}">
                    <ahyp:hlinkClr xmlns:ahyp="http://schemas.microsoft.com/office/drawing/2018/hyperlinkcolor" val="tx"/>
                  </a:ext>
                </a:extLst>
              </a:hlinkClick>
            </a:endParaRPr>
          </a:p>
          <a:p>
            <a:pPr algn="just"/>
            <a:endParaRPr lang="en-US" b="1" dirty="0">
              <a:ea typeface="+mn-lt"/>
              <a:cs typeface="+mn-lt"/>
            </a:endParaRPr>
          </a:p>
          <a:p>
            <a:pPr algn="just"/>
            <a:r>
              <a:rPr lang="en-US" b="1" dirty="0">
                <a:ea typeface="+mn-lt"/>
                <a:cs typeface="+mn-lt"/>
                <a:hlinkClick r:id="rId9">
                  <a:extLst>
                    <a:ext uri="{A12FA001-AC4F-418D-AE19-62706E023703}">
                      <ahyp:hlinkClr xmlns:ahyp="http://schemas.microsoft.com/office/drawing/2018/hyperlinkcolor" val="tx"/>
                    </a:ext>
                  </a:extLst>
                </a:hlinkClick>
              </a:rPr>
              <a:t>https://www.godeltech.com/blog/prompt-engineering-classification-of-techniques-and-prompt-tuning/</a:t>
            </a:r>
            <a:endParaRPr lang="en-US" b="1" dirty="0"/>
          </a:p>
          <a:p>
            <a:pPr algn="just"/>
            <a:endParaRPr lang="en-US" dirty="0"/>
          </a:p>
          <a:p>
            <a:pPr algn="just"/>
            <a:endParaRPr lang="en-US" dirty="0"/>
          </a:p>
          <a:p>
            <a:pPr algn="just"/>
            <a:endParaRPr lang="en-US" dirty="0"/>
          </a:p>
          <a:p>
            <a:pPr algn="ctr"/>
            <a:endParaRPr lang="en-US" dirty="0"/>
          </a:p>
        </p:txBody>
      </p:sp>
    </p:spTree>
    <p:extLst>
      <p:ext uri="{BB962C8B-B14F-4D97-AF65-F5344CB8AC3E}">
        <p14:creationId xmlns:p14="http://schemas.microsoft.com/office/powerpoint/2010/main" val="3541783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text on a black background&#10;&#10;Description automatically generated">
            <a:extLst>
              <a:ext uri="{FF2B5EF4-FFF2-40B4-BE49-F238E27FC236}">
                <a16:creationId xmlns:a16="http://schemas.microsoft.com/office/drawing/2014/main" id="{D785E69B-5295-B8F0-EEB5-F45D42370707}"/>
              </a:ext>
            </a:extLst>
          </p:cNvPr>
          <p:cNvPicPr>
            <a:picLocks noChangeAspect="1"/>
          </p:cNvPicPr>
          <p:nvPr/>
        </p:nvPicPr>
        <p:blipFill>
          <a:blip r:embed="rId2"/>
          <a:stretch>
            <a:fillRect/>
          </a:stretch>
        </p:blipFill>
        <p:spPr>
          <a:xfrm>
            <a:off x="0" y="2928"/>
            <a:ext cx="12192000" cy="6852145"/>
          </a:xfrm>
          <a:prstGeom prst="rect">
            <a:avLst/>
          </a:prstGeom>
        </p:spPr>
      </p:pic>
    </p:spTree>
    <p:extLst>
      <p:ext uri="{BB962C8B-B14F-4D97-AF65-F5344CB8AC3E}">
        <p14:creationId xmlns:p14="http://schemas.microsoft.com/office/powerpoint/2010/main" val="8571159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584</cp:revision>
  <dcterms:created xsi:type="dcterms:W3CDTF">2024-10-18T02:53:38Z</dcterms:created>
  <dcterms:modified xsi:type="dcterms:W3CDTF">2024-11-15T02:36:14Z</dcterms:modified>
</cp:coreProperties>
</file>