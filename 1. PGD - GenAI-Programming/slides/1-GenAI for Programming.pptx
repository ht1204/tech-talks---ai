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5" r:id="rId7"/>
    <p:sldId id="266" r:id="rId8"/>
    <p:sldId id="261" r:id="rId9"/>
    <p:sldId id="262" r:id="rId10"/>
    <p:sldId id="263"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CDE18F-3671-4A25-B12E-01C79ECF359D}" v="178" dt="2024-10-21T13:48:07.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ctor Triana Lopez" userId="lNhGNRoEKTjvpZNftWYK8DHNXS2CM1UtyBegtxjJlqY=" providerId="None" clId="Web-{EC4159DB-0C9B-4E53-9E96-FBC75B52D2D8}"/>
    <pc:docChg chg="addSld modSld addMainMaster delMainMaster">
      <pc:chgData name="Hector Triana Lopez" userId="lNhGNRoEKTjvpZNftWYK8DHNXS2CM1UtyBegtxjJlqY=" providerId="None" clId="Web-{EC4159DB-0C9B-4E53-9E96-FBC75B52D2D8}" dt="2024-10-18T03:42:25.868" v="518"/>
      <pc:docMkLst>
        <pc:docMk/>
      </pc:docMkLst>
      <pc:sldChg chg="addSp delSp modSp mod modClrScheme chgLayout">
        <pc:chgData name="Hector Triana Lopez" userId="lNhGNRoEKTjvpZNftWYK8DHNXS2CM1UtyBegtxjJlqY=" providerId="None" clId="Web-{EC4159DB-0C9B-4E53-9E96-FBC75B52D2D8}" dt="2024-10-18T03:00:05.447" v="46"/>
        <pc:sldMkLst>
          <pc:docMk/>
          <pc:sldMk cId="109857222" sldId="256"/>
        </pc:sldMkLst>
        <pc:spChg chg="del">
          <ac:chgData name="Hector Triana Lopez" userId="lNhGNRoEKTjvpZNftWYK8DHNXS2CM1UtyBegtxjJlqY=" providerId="None" clId="Web-{EC4159DB-0C9B-4E53-9E96-FBC75B52D2D8}" dt="2024-10-18T02:55:59.203" v="0"/>
          <ac:spMkLst>
            <pc:docMk/>
            <pc:sldMk cId="109857222" sldId="256"/>
            <ac:spMk id="2" creationId="{00000000-0000-0000-0000-000000000000}"/>
          </ac:spMkLst>
        </pc:spChg>
        <pc:spChg chg="del">
          <ac:chgData name="Hector Triana Lopez" userId="lNhGNRoEKTjvpZNftWYK8DHNXS2CM1UtyBegtxjJlqY=" providerId="None" clId="Web-{EC4159DB-0C9B-4E53-9E96-FBC75B52D2D8}" dt="2024-10-18T02:56:01.063" v="1"/>
          <ac:spMkLst>
            <pc:docMk/>
            <pc:sldMk cId="109857222" sldId="256"/>
            <ac:spMk id="3" creationId="{00000000-0000-0000-0000-000000000000}"/>
          </ac:spMkLst>
        </pc:spChg>
        <pc:spChg chg="add mod">
          <ac:chgData name="Hector Triana Lopez" userId="lNhGNRoEKTjvpZNftWYK8DHNXS2CM1UtyBegtxjJlqY=" providerId="None" clId="Web-{EC4159DB-0C9B-4E53-9E96-FBC75B52D2D8}" dt="2024-10-18T02:57:21.270" v="41" actId="20577"/>
          <ac:spMkLst>
            <pc:docMk/>
            <pc:sldMk cId="109857222" sldId="256"/>
            <ac:spMk id="5" creationId="{524E7710-9BBE-3049-927A-5CB8DFA4FBE4}"/>
          </ac:spMkLst>
        </pc:spChg>
        <pc:picChg chg="add mod">
          <ac:chgData name="Hector Triana Lopez" userId="lNhGNRoEKTjvpZNftWYK8DHNXS2CM1UtyBegtxjJlqY=" providerId="None" clId="Web-{EC4159DB-0C9B-4E53-9E96-FBC75B52D2D8}" dt="2024-10-18T02:56:04.938" v="3" actId="1076"/>
          <ac:picMkLst>
            <pc:docMk/>
            <pc:sldMk cId="109857222" sldId="256"/>
            <ac:picMk id="4" creationId="{E7736100-1C19-0470-B7C9-75FF9FCF02A0}"/>
          </ac:picMkLst>
        </pc:picChg>
      </pc:sldChg>
      <pc:sldChg chg="addSp delSp modSp new mod modClrScheme chgLayout">
        <pc:chgData name="Hector Triana Lopez" userId="lNhGNRoEKTjvpZNftWYK8DHNXS2CM1UtyBegtxjJlqY=" providerId="None" clId="Web-{EC4159DB-0C9B-4E53-9E96-FBC75B52D2D8}" dt="2024-10-18T03:02:59.240" v="80" actId="1076"/>
        <pc:sldMkLst>
          <pc:docMk/>
          <pc:sldMk cId="205415128" sldId="257"/>
        </pc:sldMkLst>
        <pc:spChg chg="del">
          <ac:chgData name="Hector Triana Lopez" userId="lNhGNRoEKTjvpZNftWYK8DHNXS2CM1UtyBegtxjJlqY=" providerId="None" clId="Web-{EC4159DB-0C9B-4E53-9E96-FBC75B52D2D8}" dt="2024-10-18T02:57:58.662" v="43"/>
          <ac:spMkLst>
            <pc:docMk/>
            <pc:sldMk cId="205415128" sldId="257"/>
            <ac:spMk id="2" creationId="{977F2881-6B19-760D-3554-A0A1F849B177}"/>
          </ac:spMkLst>
        </pc:spChg>
        <pc:spChg chg="del">
          <ac:chgData name="Hector Triana Lopez" userId="lNhGNRoEKTjvpZNftWYK8DHNXS2CM1UtyBegtxjJlqY=" providerId="None" clId="Web-{EC4159DB-0C9B-4E53-9E96-FBC75B52D2D8}" dt="2024-10-18T02:58:00.850" v="44"/>
          <ac:spMkLst>
            <pc:docMk/>
            <pc:sldMk cId="205415128" sldId="257"/>
            <ac:spMk id="3" creationId="{AB7D7ABF-05B3-FB5D-4AD8-9F605D71B664}"/>
          </ac:spMkLst>
        </pc:spChg>
        <pc:spChg chg="add mod">
          <ac:chgData name="Hector Triana Lopez" userId="lNhGNRoEKTjvpZNftWYK8DHNXS2CM1UtyBegtxjJlqY=" providerId="None" clId="Web-{EC4159DB-0C9B-4E53-9E96-FBC75B52D2D8}" dt="2024-10-18T03:02:14.880" v="62" actId="1076"/>
          <ac:spMkLst>
            <pc:docMk/>
            <pc:sldMk cId="205415128" sldId="257"/>
            <ac:spMk id="4" creationId="{23BD9D59-B0B6-F06D-D922-AAA3AA001612}"/>
          </ac:spMkLst>
        </pc:spChg>
        <pc:spChg chg="add mod">
          <ac:chgData name="Hector Triana Lopez" userId="lNhGNRoEKTjvpZNftWYK8DHNXS2CM1UtyBegtxjJlqY=" providerId="None" clId="Web-{EC4159DB-0C9B-4E53-9E96-FBC75B52D2D8}" dt="2024-10-18T03:02:53.818" v="78" actId="20577"/>
          <ac:spMkLst>
            <pc:docMk/>
            <pc:sldMk cId="205415128" sldId="257"/>
            <ac:spMk id="5" creationId="{A47A22CD-F09D-AE5F-9D39-CFCC3F8EFC9B}"/>
          </ac:spMkLst>
        </pc:spChg>
        <pc:picChg chg="add mod">
          <ac:chgData name="Hector Triana Lopez" userId="lNhGNRoEKTjvpZNftWYK8DHNXS2CM1UtyBegtxjJlqY=" providerId="None" clId="Web-{EC4159DB-0C9B-4E53-9E96-FBC75B52D2D8}" dt="2024-10-18T03:02:59.240" v="80" actId="1076"/>
          <ac:picMkLst>
            <pc:docMk/>
            <pc:sldMk cId="205415128" sldId="257"/>
            <ac:picMk id="6" creationId="{0658E172-0992-C5E4-1FF4-B5D3950F589A}"/>
          </ac:picMkLst>
        </pc:picChg>
      </pc:sldChg>
      <pc:sldChg chg="addSp modSp new">
        <pc:chgData name="Hector Triana Lopez" userId="lNhGNRoEKTjvpZNftWYK8DHNXS2CM1UtyBegtxjJlqY=" providerId="None" clId="Web-{EC4159DB-0C9B-4E53-9E96-FBC75B52D2D8}" dt="2024-10-18T03:06:43.482" v="114" actId="1076"/>
        <pc:sldMkLst>
          <pc:docMk/>
          <pc:sldMk cId="2423518267" sldId="258"/>
        </pc:sldMkLst>
        <pc:spChg chg="add mod">
          <ac:chgData name="Hector Triana Lopez" userId="lNhGNRoEKTjvpZNftWYK8DHNXS2CM1UtyBegtxjJlqY=" providerId="None" clId="Web-{EC4159DB-0C9B-4E53-9E96-FBC75B52D2D8}" dt="2024-10-18T03:05:29.651" v="100" actId="1076"/>
          <ac:spMkLst>
            <pc:docMk/>
            <pc:sldMk cId="2423518267" sldId="258"/>
            <ac:spMk id="4" creationId="{E7409DC5-F417-C79E-B569-117BA56F35E6}"/>
          </ac:spMkLst>
        </pc:spChg>
        <pc:spChg chg="add mod">
          <ac:chgData name="Hector Triana Lopez" userId="lNhGNRoEKTjvpZNftWYK8DHNXS2CM1UtyBegtxjJlqY=" providerId="None" clId="Web-{EC4159DB-0C9B-4E53-9E96-FBC75B52D2D8}" dt="2024-10-18T03:06:17.403" v="108" actId="1076"/>
          <ac:spMkLst>
            <pc:docMk/>
            <pc:sldMk cId="2423518267" sldId="258"/>
            <ac:spMk id="5" creationId="{AE41CB5C-18DE-AEBB-10E7-9412C23A1F27}"/>
          </ac:spMkLst>
        </pc:spChg>
        <pc:picChg chg="add mod">
          <ac:chgData name="Hector Triana Lopez" userId="lNhGNRoEKTjvpZNftWYK8DHNXS2CM1UtyBegtxjJlqY=" providerId="None" clId="Web-{EC4159DB-0C9B-4E53-9E96-FBC75B52D2D8}" dt="2024-10-18T03:06:41.419" v="113" actId="1076"/>
          <ac:picMkLst>
            <pc:docMk/>
            <pc:sldMk cId="2423518267" sldId="258"/>
            <ac:picMk id="2" creationId="{F2B030FD-AC4C-0154-1CD2-70BF28D94A00}"/>
          </ac:picMkLst>
        </pc:picChg>
        <pc:picChg chg="add mod">
          <ac:chgData name="Hector Triana Lopez" userId="lNhGNRoEKTjvpZNftWYK8DHNXS2CM1UtyBegtxjJlqY=" providerId="None" clId="Web-{EC4159DB-0C9B-4E53-9E96-FBC75B52D2D8}" dt="2024-10-18T03:06:43.482" v="114" actId="1076"/>
          <ac:picMkLst>
            <pc:docMk/>
            <pc:sldMk cId="2423518267" sldId="258"/>
            <ac:picMk id="3" creationId="{BDBD9C9C-DF6F-DFA6-1EFE-12F37E6E7BD8}"/>
          </ac:picMkLst>
        </pc:picChg>
      </pc:sldChg>
      <pc:sldChg chg="addSp modSp new">
        <pc:chgData name="Hector Triana Lopez" userId="lNhGNRoEKTjvpZNftWYK8DHNXS2CM1UtyBegtxjJlqY=" providerId="None" clId="Web-{EC4159DB-0C9B-4E53-9E96-FBC75B52D2D8}" dt="2024-10-18T03:11:16.678" v="184" actId="1076"/>
        <pc:sldMkLst>
          <pc:docMk/>
          <pc:sldMk cId="2177410942" sldId="259"/>
        </pc:sldMkLst>
        <pc:spChg chg="add mod">
          <ac:chgData name="Hector Triana Lopez" userId="lNhGNRoEKTjvpZNftWYK8DHNXS2CM1UtyBegtxjJlqY=" providerId="None" clId="Web-{EC4159DB-0C9B-4E53-9E96-FBC75B52D2D8}" dt="2024-10-18T03:09:45.550" v="165"/>
          <ac:spMkLst>
            <pc:docMk/>
            <pc:sldMk cId="2177410942" sldId="259"/>
            <ac:spMk id="2" creationId="{0E9E773C-F16D-954C-8B74-9BBBC8E34DBE}"/>
          </ac:spMkLst>
        </pc:spChg>
        <pc:spChg chg="add mod">
          <ac:chgData name="Hector Triana Lopez" userId="lNhGNRoEKTjvpZNftWYK8DHNXS2CM1UtyBegtxjJlqY=" providerId="None" clId="Web-{EC4159DB-0C9B-4E53-9E96-FBC75B52D2D8}" dt="2024-10-18T03:11:15.568" v="183" actId="1076"/>
          <ac:spMkLst>
            <pc:docMk/>
            <pc:sldMk cId="2177410942" sldId="259"/>
            <ac:spMk id="4" creationId="{00DC6913-AF25-CDCC-1372-C0EF36C72115}"/>
          </ac:spMkLst>
        </pc:spChg>
        <pc:picChg chg="add mod">
          <ac:chgData name="Hector Triana Lopez" userId="lNhGNRoEKTjvpZNftWYK8DHNXS2CM1UtyBegtxjJlqY=" providerId="None" clId="Web-{EC4159DB-0C9B-4E53-9E96-FBC75B52D2D8}" dt="2024-10-18T03:11:16.678" v="184" actId="1076"/>
          <ac:picMkLst>
            <pc:docMk/>
            <pc:sldMk cId="2177410942" sldId="259"/>
            <ac:picMk id="3" creationId="{5BAB3CE8-FA8B-0374-6665-9E094001A5F0}"/>
          </ac:picMkLst>
        </pc:picChg>
      </pc:sldChg>
      <pc:sldChg chg="addSp modSp new">
        <pc:chgData name="Hector Triana Lopez" userId="lNhGNRoEKTjvpZNftWYK8DHNXS2CM1UtyBegtxjJlqY=" providerId="None" clId="Web-{EC4159DB-0C9B-4E53-9E96-FBC75B52D2D8}" dt="2024-10-18T03:24:47.192" v="221" actId="1076"/>
        <pc:sldMkLst>
          <pc:docMk/>
          <pc:sldMk cId="3446434520" sldId="260"/>
        </pc:sldMkLst>
        <pc:spChg chg="add mod">
          <ac:chgData name="Hector Triana Lopez" userId="lNhGNRoEKTjvpZNftWYK8DHNXS2CM1UtyBegtxjJlqY=" providerId="None" clId="Web-{EC4159DB-0C9B-4E53-9E96-FBC75B52D2D8}" dt="2024-10-18T03:12:22.742" v="194" actId="20577"/>
          <ac:spMkLst>
            <pc:docMk/>
            <pc:sldMk cId="3446434520" sldId="260"/>
            <ac:spMk id="2" creationId="{53F6117F-E69D-3BDF-0FDD-0A88CF949B86}"/>
          </ac:spMkLst>
        </pc:spChg>
        <pc:spChg chg="add mod">
          <ac:chgData name="Hector Triana Lopez" userId="lNhGNRoEKTjvpZNftWYK8DHNXS2CM1UtyBegtxjJlqY=" providerId="None" clId="Web-{EC4159DB-0C9B-4E53-9E96-FBC75B52D2D8}" dt="2024-10-18T03:24:47.192" v="221" actId="1076"/>
          <ac:spMkLst>
            <pc:docMk/>
            <pc:sldMk cId="3446434520" sldId="260"/>
            <ac:spMk id="5" creationId="{5EA0F0E4-3FC5-4455-C4A2-0D351A0520FB}"/>
          </ac:spMkLst>
        </pc:spChg>
        <pc:picChg chg="add mod">
          <ac:chgData name="Hector Triana Lopez" userId="lNhGNRoEKTjvpZNftWYK8DHNXS2CM1UtyBegtxjJlqY=" providerId="None" clId="Web-{EC4159DB-0C9B-4E53-9E96-FBC75B52D2D8}" dt="2024-10-18T03:13:55.526" v="198" actId="1076"/>
          <ac:picMkLst>
            <pc:docMk/>
            <pc:sldMk cId="3446434520" sldId="260"/>
            <ac:picMk id="3" creationId="{F569A88F-B6F8-6EC6-2750-C84007FE75D5}"/>
          </ac:picMkLst>
        </pc:picChg>
        <pc:picChg chg="add mod">
          <ac:chgData name="Hector Triana Lopez" userId="lNhGNRoEKTjvpZNftWYK8DHNXS2CM1UtyBegtxjJlqY=" providerId="None" clId="Web-{EC4159DB-0C9B-4E53-9E96-FBC75B52D2D8}" dt="2024-10-18T03:14:44.481" v="202" actId="14100"/>
          <ac:picMkLst>
            <pc:docMk/>
            <pc:sldMk cId="3446434520" sldId="260"/>
            <ac:picMk id="4" creationId="{E2F2DD8E-53A6-ABF1-07C7-FF380F079A12}"/>
          </ac:picMkLst>
        </pc:picChg>
      </pc:sldChg>
      <pc:sldChg chg="addSp modSp new">
        <pc:chgData name="Hector Triana Lopez" userId="lNhGNRoEKTjvpZNftWYK8DHNXS2CM1UtyBegtxjJlqY=" providerId="None" clId="Web-{EC4159DB-0C9B-4E53-9E96-FBC75B52D2D8}" dt="2024-10-18T03:31:17.173" v="266" actId="14100"/>
        <pc:sldMkLst>
          <pc:docMk/>
          <pc:sldMk cId="2448954374" sldId="261"/>
        </pc:sldMkLst>
        <pc:spChg chg="add mod">
          <ac:chgData name="Hector Triana Lopez" userId="lNhGNRoEKTjvpZNftWYK8DHNXS2CM1UtyBegtxjJlqY=" providerId="None" clId="Web-{EC4159DB-0C9B-4E53-9E96-FBC75B52D2D8}" dt="2024-10-18T03:26:25.179" v="230" actId="20577"/>
          <ac:spMkLst>
            <pc:docMk/>
            <pc:sldMk cId="2448954374" sldId="261"/>
            <ac:spMk id="2" creationId="{C2DF9E11-F798-ACD3-2E76-1259C1D5911C}"/>
          </ac:spMkLst>
        </pc:spChg>
        <pc:spChg chg="add mod">
          <ac:chgData name="Hector Triana Lopez" userId="lNhGNRoEKTjvpZNftWYK8DHNXS2CM1UtyBegtxjJlqY=" providerId="None" clId="Web-{EC4159DB-0C9B-4E53-9E96-FBC75B52D2D8}" dt="2024-10-18T03:31:14.298" v="264" actId="1076"/>
          <ac:spMkLst>
            <pc:docMk/>
            <pc:sldMk cId="2448954374" sldId="261"/>
            <ac:spMk id="3" creationId="{204244AB-2BB5-6F2A-6309-6D4017E91914}"/>
          </ac:spMkLst>
        </pc:spChg>
        <pc:picChg chg="add mod">
          <ac:chgData name="Hector Triana Lopez" userId="lNhGNRoEKTjvpZNftWYK8DHNXS2CM1UtyBegtxjJlqY=" providerId="None" clId="Web-{EC4159DB-0C9B-4E53-9E96-FBC75B52D2D8}" dt="2024-10-18T03:30:22.265" v="259" actId="1076"/>
          <ac:picMkLst>
            <pc:docMk/>
            <pc:sldMk cId="2448954374" sldId="261"/>
            <ac:picMk id="4" creationId="{122AB780-F627-AB1E-441F-1A7840589BBC}"/>
          </ac:picMkLst>
        </pc:picChg>
        <pc:picChg chg="add mod">
          <ac:chgData name="Hector Triana Lopez" userId="lNhGNRoEKTjvpZNftWYK8DHNXS2CM1UtyBegtxjJlqY=" providerId="None" clId="Web-{EC4159DB-0C9B-4E53-9E96-FBC75B52D2D8}" dt="2024-10-18T03:30:45.735" v="261" actId="1076"/>
          <ac:picMkLst>
            <pc:docMk/>
            <pc:sldMk cId="2448954374" sldId="261"/>
            <ac:picMk id="5" creationId="{7FF10CD5-D47B-0E67-C23C-225F5080B938}"/>
          </ac:picMkLst>
        </pc:picChg>
        <pc:picChg chg="add mod">
          <ac:chgData name="Hector Triana Lopez" userId="lNhGNRoEKTjvpZNftWYK8DHNXS2CM1UtyBegtxjJlqY=" providerId="None" clId="Web-{EC4159DB-0C9B-4E53-9E96-FBC75B52D2D8}" dt="2024-10-18T03:31:17.173" v="266" actId="14100"/>
          <ac:picMkLst>
            <pc:docMk/>
            <pc:sldMk cId="2448954374" sldId="261"/>
            <ac:picMk id="6" creationId="{A75BE47E-410F-0C64-D663-6DF607657B02}"/>
          </ac:picMkLst>
        </pc:picChg>
      </pc:sldChg>
      <pc:sldChg chg="addSp modSp new">
        <pc:chgData name="Hector Triana Lopez" userId="lNhGNRoEKTjvpZNftWYK8DHNXS2CM1UtyBegtxjJlqY=" providerId="None" clId="Web-{EC4159DB-0C9B-4E53-9E96-FBC75B52D2D8}" dt="2024-10-18T03:39:01.705" v="431" actId="1076"/>
        <pc:sldMkLst>
          <pc:docMk/>
          <pc:sldMk cId="303365160" sldId="262"/>
        </pc:sldMkLst>
        <pc:spChg chg="add mod">
          <ac:chgData name="Hector Triana Lopez" userId="lNhGNRoEKTjvpZNftWYK8DHNXS2CM1UtyBegtxjJlqY=" providerId="None" clId="Web-{EC4159DB-0C9B-4E53-9E96-FBC75B52D2D8}" dt="2024-10-18T03:32:12.441" v="273" actId="20577"/>
          <ac:spMkLst>
            <pc:docMk/>
            <pc:sldMk cId="303365160" sldId="262"/>
            <ac:spMk id="2" creationId="{7F6CEE9E-CA3F-07DE-7992-5C5404490F37}"/>
          </ac:spMkLst>
        </pc:spChg>
        <pc:spChg chg="add mod">
          <ac:chgData name="Hector Triana Lopez" userId="lNhGNRoEKTjvpZNftWYK8DHNXS2CM1UtyBegtxjJlqY=" providerId="None" clId="Web-{EC4159DB-0C9B-4E53-9E96-FBC75B52D2D8}" dt="2024-10-18T03:39:01.705" v="431" actId="1076"/>
          <ac:spMkLst>
            <pc:docMk/>
            <pc:sldMk cId="303365160" sldId="262"/>
            <ac:spMk id="3" creationId="{15A950E1-B4D4-A06B-19A4-15B9FFB5788A}"/>
          </ac:spMkLst>
        </pc:spChg>
      </pc:sldChg>
      <pc:sldChg chg="addSp modSp new">
        <pc:chgData name="Hector Triana Lopez" userId="lNhGNRoEKTjvpZNftWYK8DHNXS2CM1UtyBegtxjJlqY=" providerId="None" clId="Web-{EC4159DB-0C9B-4E53-9E96-FBC75B52D2D8}" dt="2024-10-18T03:41:17.694" v="516" actId="14100"/>
        <pc:sldMkLst>
          <pc:docMk/>
          <pc:sldMk cId="3541783162" sldId="263"/>
        </pc:sldMkLst>
        <pc:spChg chg="add mod">
          <ac:chgData name="Hector Triana Lopez" userId="lNhGNRoEKTjvpZNftWYK8DHNXS2CM1UtyBegtxjJlqY=" providerId="None" clId="Web-{EC4159DB-0C9B-4E53-9E96-FBC75B52D2D8}" dt="2024-10-18T03:41:17.694" v="516" actId="14100"/>
          <ac:spMkLst>
            <pc:docMk/>
            <pc:sldMk cId="3541783162" sldId="263"/>
            <ac:spMk id="3" creationId="{EBFE712D-CCDA-BD08-A769-2C8823E4C25E}"/>
          </ac:spMkLst>
        </pc:spChg>
      </pc:sldChg>
      <pc:sldChg chg="addSp modSp new">
        <pc:chgData name="Hector Triana Lopez" userId="lNhGNRoEKTjvpZNftWYK8DHNXS2CM1UtyBegtxjJlqY=" providerId="None" clId="Web-{EC4159DB-0C9B-4E53-9E96-FBC75B52D2D8}" dt="2024-10-18T03:42:25.868" v="518"/>
        <pc:sldMkLst>
          <pc:docMk/>
          <pc:sldMk cId="857115922" sldId="264"/>
        </pc:sldMkLst>
        <pc:picChg chg="add mod">
          <ac:chgData name="Hector Triana Lopez" userId="lNhGNRoEKTjvpZNftWYK8DHNXS2CM1UtyBegtxjJlqY=" providerId="None" clId="Web-{EC4159DB-0C9B-4E53-9E96-FBC75B52D2D8}" dt="2024-10-18T03:42:25.868" v="518"/>
          <ac:picMkLst>
            <pc:docMk/>
            <pc:sldMk cId="857115922" sldId="264"/>
            <ac:picMk id="2" creationId="{D785E69B-5295-B8F0-EEB5-F45D42370707}"/>
          </ac:picMkLst>
        </pc:picChg>
      </pc:sldChg>
      <pc:sldMasterChg chg="del delSldLayout">
        <pc:chgData name="Hector Triana Lopez" userId="lNhGNRoEKTjvpZNftWYK8DHNXS2CM1UtyBegtxjJlqY=" providerId="None" clId="Web-{EC4159DB-0C9B-4E53-9E96-FBC75B52D2D8}" dt="2024-10-18T03:00:05.447" v="46"/>
        <pc:sldMasterMkLst>
          <pc:docMk/>
          <pc:sldMasterMk cId="2460954070" sldId="2147483660"/>
        </pc:sldMasterMkLst>
        <pc:sldLayoutChg chg="del">
          <pc:chgData name="Hector Triana Lopez" userId="lNhGNRoEKTjvpZNftWYK8DHNXS2CM1UtyBegtxjJlqY=" providerId="None" clId="Web-{EC4159DB-0C9B-4E53-9E96-FBC75B52D2D8}" dt="2024-10-18T03:00:05.447" v="46"/>
          <pc:sldLayoutMkLst>
            <pc:docMk/>
            <pc:sldMasterMk cId="2460954070" sldId="2147483660"/>
            <pc:sldLayoutMk cId="2385387890" sldId="2147483661"/>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949138452" sldId="2147483662"/>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591524520" sldId="2147483663"/>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203092039" sldId="2147483664"/>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733172339" sldId="2147483665"/>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210312558" sldId="2147483666"/>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46388984" sldId="2147483667"/>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171841454" sldId="2147483668"/>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1718958274" sldId="2147483669"/>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2202905451" sldId="2147483670"/>
          </pc:sldLayoutMkLst>
        </pc:sldLayoutChg>
        <pc:sldLayoutChg chg="del">
          <pc:chgData name="Hector Triana Lopez" userId="lNhGNRoEKTjvpZNftWYK8DHNXS2CM1UtyBegtxjJlqY=" providerId="None" clId="Web-{EC4159DB-0C9B-4E53-9E96-FBC75B52D2D8}" dt="2024-10-18T03:00:05.447" v="46"/>
          <pc:sldLayoutMkLst>
            <pc:docMk/>
            <pc:sldMasterMk cId="2460954070" sldId="2147483660"/>
            <pc:sldLayoutMk cId="3479445657" sldId="2147483671"/>
          </pc:sldLayoutMkLst>
        </pc:sldLayoutChg>
      </pc:sldMasterChg>
      <pc:sldMasterChg chg="add addSldLayout modSldLayout">
        <pc:chgData name="Hector Triana Lopez" userId="lNhGNRoEKTjvpZNftWYK8DHNXS2CM1UtyBegtxjJlqY=" providerId="None" clId="Web-{EC4159DB-0C9B-4E53-9E96-FBC75B52D2D8}" dt="2024-10-18T03:00:05.447" v="46"/>
        <pc:sldMasterMkLst>
          <pc:docMk/>
          <pc:sldMasterMk cId="401274422" sldId="2147483672"/>
        </pc:sldMasterMkLst>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653680015" sldId="214748367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758983242" sldId="214748367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342231770" sldId="214748367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44647732" sldId="214748367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963408555" sldId="214748367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31457990" sldId="2147483678"/>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772601447" sldId="2147483679"/>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100366042" sldId="2147483680"/>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2127310476" sldId="2147483681"/>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324548122" sldId="2147483682"/>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940631465" sldId="2147483683"/>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4084397947" sldId="2147483684"/>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588285329" sldId="2147483685"/>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1263591416" sldId="2147483686"/>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3294588000" sldId="2147483687"/>
          </pc:sldLayoutMkLst>
        </pc:sldLayoutChg>
        <pc:sldLayoutChg chg="add mod replId">
          <pc:chgData name="Hector Triana Lopez" userId="lNhGNRoEKTjvpZNftWYK8DHNXS2CM1UtyBegtxjJlqY=" providerId="None" clId="Web-{EC4159DB-0C9B-4E53-9E96-FBC75B52D2D8}" dt="2024-10-18T03:00:05.447" v="46"/>
          <pc:sldLayoutMkLst>
            <pc:docMk/>
            <pc:sldMasterMk cId="401274422" sldId="2147483672"/>
            <pc:sldLayoutMk cId="954847349" sldId="2147483688"/>
          </pc:sldLayoutMkLst>
        </pc:sldLayoutChg>
      </pc:sldMasterChg>
    </pc:docChg>
  </pc:docChgLst>
  <pc:docChgLst>
    <pc:chgData name="Hector Triana Lopez" userId="lNhGNRoEKTjvpZNftWYK8DHNXS2CM1UtyBegtxjJlqY=" providerId="None" clId="Web-{C2CDE18F-3671-4A25-B12E-01C79ECF359D}"/>
    <pc:docChg chg="addSld modSld">
      <pc:chgData name="Hector Triana Lopez" userId="lNhGNRoEKTjvpZNftWYK8DHNXS2CM1UtyBegtxjJlqY=" providerId="None" clId="Web-{C2CDE18F-3671-4A25-B12E-01C79ECF359D}" dt="2024-10-21T13:48:07.810" v="111" actId="14100"/>
      <pc:docMkLst>
        <pc:docMk/>
      </pc:docMkLst>
      <pc:sldChg chg="modSp">
        <pc:chgData name="Hector Triana Lopez" userId="lNhGNRoEKTjvpZNftWYK8DHNXS2CM1UtyBegtxjJlqY=" providerId="None" clId="Web-{C2CDE18F-3671-4A25-B12E-01C79ECF359D}" dt="2024-10-21T13:44:09.335" v="87" actId="20577"/>
        <pc:sldMkLst>
          <pc:docMk/>
          <pc:sldMk cId="303365160" sldId="262"/>
        </pc:sldMkLst>
        <pc:spChg chg="mod">
          <ac:chgData name="Hector Triana Lopez" userId="lNhGNRoEKTjvpZNftWYK8DHNXS2CM1UtyBegtxjJlqY=" providerId="None" clId="Web-{C2CDE18F-3671-4A25-B12E-01C79ECF359D}" dt="2024-10-21T13:44:09.335" v="87" actId="20577"/>
          <ac:spMkLst>
            <pc:docMk/>
            <pc:sldMk cId="303365160" sldId="262"/>
            <ac:spMk id="3" creationId="{15A950E1-B4D4-A06B-19A4-15B9FFB5788A}"/>
          </ac:spMkLst>
        </pc:spChg>
      </pc:sldChg>
      <pc:sldChg chg="modSp">
        <pc:chgData name="Hector Triana Lopez" userId="lNhGNRoEKTjvpZNftWYK8DHNXS2CM1UtyBegtxjJlqY=" providerId="None" clId="Web-{C2CDE18F-3671-4A25-B12E-01C79ECF359D}" dt="2024-10-21T13:48:07.810" v="111" actId="14100"/>
        <pc:sldMkLst>
          <pc:docMk/>
          <pc:sldMk cId="3541783162" sldId="263"/>
        </pc:sldMkLst>
        <pc:spChg chg="mod">
          <ac:chgData name="Hector Triana Lopez" userId="lNhGNRoEKTjvpZNftWYK8DHNXS2CM1UtyBegtxjJlqY=" providerId="None" clId="Web-{C2CDE18F-3671-4A25-B12E-01C79ECF359D}" dt="2024-10-21T13:48:07.810" v="111" actId="14100"/>
          <ac:spMkLst>
            <pc:docMk/>
            <pc:sldMk cId="3541783162" sldId="263"/>
            <ac:spMk id="3" creationId="{EBFE712D-CCDA-BD08-A769-2C8823E4C25E}"/>
          </ac:spMkLst>
        </pc:spChg>
      </pc:sldChg>
      <pc:sldChg chg="addSp modSp new">
        <pc:chgData name="Hector Triana Lopez" userId="lNhGNRoEKTjvpZNftWYK8DHNXS2CM1UtyBegtxjJlqY=" providerId="None" clId="Web-{C2CDE18F-3671-4A25-B12E-01C79ECF359D}" dt="2024-10-21T13:38:32.419" v="30" actId="1076"/>
        <pc:sldMkLst>
          <pc:docMk/>
          <pc:sldMk cId="4100784356" sldId="265"/>
        </pc:sldMkLst>
        <pc:spChg chg="add mod">
          <ac:chgData name="Hector Triana Lopez" userId="lNhGNRoEKTjvpZNftWYK8DHNXS2CM1UtyBegtxjJlqY=" providerId="None" clId="Web-{C2CDE18F-3671-4A25-B12E-01C79ECF359D}" dt="2024-10-21T13:38:26.841" v="29" actId="20577"/>
          <ac:spMkLst>
            <pc:docMk/>
            <pc:sldMk cId="4100784356" sldId="265"/>
            <ac:spMk id="2" creationId="{A2ADB5A0-ECAA-9976-D34A-0236BC246929}"/>
          </ac:spMkLst>
        </pc:spChg>
        <pc:spChg chg="add mod">
          <ac:chgData name="Hector Triana Lopez" userId="lNhGNRoEKTjvpZNftWYK8DHNXS2CM1UtyBegtxjJlqY=" providerId="None" clId="Web-{C2CDE18F-3671-4A25-B12E-01C79ECF359D}" dt="2024-10-21T13:38:32.419" v="30" actId="1076"/>
          <ac:spMkLst>
            <pc:docMk/>
            <pc:sldMk cId="4100784356" sldId="265"/>
            <ac:spMk id="4" creationId="{952F64F8-A44D-ED36-EF6E-F6CBB2DED32E}"/>
          </ac:spMkLst>
        </pc:spChg>
        <pc:picChg chg="add mod">
          <ac:chgData name="Hector Triana Lopez" userId="lNhGNRoEKTjvpZNftWYK8DHNXS2CM1UtyBegtxjJlqY=" providerId="None" clId="Web-{C2CDE18F-3671-4A25-B12E-01C79ECF359D}" dt="2024-10-21T13:38:05.949" v="19" actId="1076"/>
          <ac:picMkLst>
            <pc:docMk/>
            <pc:sldMk cId="4100784356" sldId="265"/>
            <ac:picMk id="3" creationId="{DD4508A4-362D-4AC5-9848-ED6C425944BE}"/>
          </ac:picMkLst>
        </pc:picChg>
      </pc:sldChg>
      <pc:sldChg chg="addSp modSp new">
        <pc:chgData name="Hector Triana Lopez" userId="lNhGNRoEKTjvpZNftWYK8DHNXS2CM1UtyBegtxjJlqY=" providerId="None" clId="Web-{C2CDE18F-3671-4A25-B12E-01C79ECF359D}" dt="2024-10-21T13:40:43.282" v="51" actId="1076"/>
        <pc:sldMkLst>
          <pc:docMk/>
          <pc:sldMk cId="2285102958" sldId="266"/>
        </pc:sldMkLst>
        <pc:spChg chg="add mod">
          <ac:chgData name="Hector Triana Lopez" userId="lNhGNRoEKTjvpZNftWYK8DHNXS2CM1UtyBegtxjJlqY=" providerId="None" clId="Web-{C2CDE18F-3671-4A25-B12E-01C79ECF359D}" dt="2024-10-21T13:40:43.282" v="51" actId="1076"/>
          <ac:spMkLst>
            <pc:docMk/>
            <pc:sldMk cId="2285102958" sldId="266"/>
            <ac:spMk id="3" creationId="{4FF92897-1CC3-C263-7F8B-4E6421779313}"/>
          </ac:spMkLst>
        </pc:spChg>
        <pc:picChg chg="add mod">
          <ac:chgData name="Hector Triana Lopez" userId="lNhGNRoEKTjvpZNftWYK8DHNXS2CM1UtyBegtxjJlqY=" providerId="None" clId="Web-{C2CDE18F-3671-4A25-B12E-01C79ECF359D}" dt="2024-10-21T13:39:49.984" v="37" actId="1076"/>
          <ac:picMkLst>
            <pc:docMk/>
            <pc:sldMk cId="2285102958" sldId="266"/>
            <ac:picMk id="2" creationId="{91216912-729A-3EF5-0DC9-3BA13E04A409}"/>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6536800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58983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42231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144647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63408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31457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2601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3100366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127310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24548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0631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84397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882853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63591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32945880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4847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10/21/2024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01274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britannica.com/technology/Google-Gemini" TargetMode="External"/><Relationship Id="rId7" Type="http://schemas.openxmlformats.org/officeDocument/2006/relationships/hyperlink" Target="https://www.hopsworks.ai/dictionary/llm-temperature" TargetMode="External"/><Relationship Id="rId2" Type="http://schemas.openxmlformats.org/officeDocument/2006/relationships/hyperlink" Target="https://kms-technology.com/emerging-technologies/ai/how-to-choose-a-generative-ai-model.html" TargetMode="External"/><Relationship Id="rId1" Type="http://schemas.openxmlformats.org/officeDocument/2006/relationships/slideLayout" Target="../slideLayouts/slideLayout7.xml"/><Relationship Id="rId6" Type="http://schemas.openxmlformats.org/officeDocument/2006/relationships/hyperlink" Target="https://www.oracle.com/sa/artificial-intelligence/generative-ai/generative-ai-software-development/" TargetMode="External"/><Relationship Id="rId5" Type="http://schemas.openxmlformats.org/officeDocument/2006/relationships/hyperlink" Target="https://leaddev.com/tech/11-generative-ai-programming-tools-developers" TargetMode="External"/><Relationship Id="rId4" Type="http://schemas.openxmlformats.org/officeDocument/2006/relationships/hyperlink" Target="https://bito.ai/blog/gemini-vs-palm2/#:~:text=Ambiguous%20text%3A%20Gemini%20has%20an,while%20Gemini%20currently%20supports%20fewer."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E7736100-1C19-0470-B7C9-75FF9FCF02A0}"/>
              </a:ext>
            </a:extLst>
          </p:cNvPr>
          <p:cNvPicPr>
            <a:picLocks noChangeAspect="1"/>
          </p:cNvPicPr>
          <p:nvPr/>
        </p:nvPicPr>
        <p:blipFill>
          <a:blip r:embed="rId2"/>
          <a:stretch>
            <a:fillRect/>
          </a:stretch>
        </p:blipFill>
        <p:spPr>
          <a:xfrm>
            <a:off x="4074846" y="0"/>
            <a:ext cx="8115300" cy="6858000"/>
          </a:xfrm>
          <a:prstGeom prst="rect">
            <a:avLst/>
          </a:prstGeom>
        </p:spPr>
      </p:pic>
      <p:sp>
        <p:nvSpPr>
          <p:cNvPr id="5" name="Title 11">
            <a:extLst>
              <a:ext uri="{FF2B5EF4-FFF2-40B4-BE49-F238E27FC236}">
                <a16:creationId xmlns:a16="http://schemas.microsoft.com/office/drawing/2014/main" id="{524E7710-9BBE-3049-927A-5CB8DFA4FBE4}"/>
              </a:ext>
            </a:extLst>
          </p:cNvPr>
          <p:cNvSpPr>
            <a:spLocks noGrp="1"/>
          </p:cNvSpPr>
          <p:nvPr/>
        </p:nvSpPr>
        <p:spPr>
          <a:xfrm>
            <a:off x="526975" y="3659962"/>
            <a:ext cx="4268372" cy="2315670"/>
          </a:xfrm>
          <a:prstGeom prst="rect">
            <a:avLst/>
          </a:prstGeom>
        </p:spPr>
        <p:txBody>
          <a:bodyPr vert="horz" lIns="0" tIns="0" rIns="0" bIns="0" rtlCol="0" anchor="t">
            <a:noAutofit/>
          </a:bodyPr>
          <a:lstStyle>
            <a:lvl1pPr marL="0" indent="0" algn="l" defTabSz="914400" rtl="0" eaLnBrk="1" latinLnBrk="0" hangingPunct="1">
              <a:lnSpc>
                <a:spcPct val="90000"/>
              </a:lnSpc>
              <a:spcBef>
                <a:spcPct val="0"/>
              </a:spcBef>
              <a:buNone/>
              <a:defRPr sz="3600" b="1" i="0" kern="1200">
                <a:solidFill>
                  <a:schemeClr val="tx1"/>
                </a:solidFill>
                <a:latin typeface="Arial Black" panose="020B0604020202020204" pitchFamily="34" charset="0"/>
                <a:ea typeface="+mj-ea"/>
                <a:cs typeface="Arial Black" panose="020B0604020202020204" pitchFamily="34" charset="0"/>
              </a:defRPr>
            </a:lvl1pPr>
          </a:lstStyle>
          <a:p>
            <a:r>
              <a:rPr lang="es-419" dirty="0" err="1">
                <a:latin typeface="Arial Black"/>
              </a:rPr>
              <a:t>GenAI</a:t>
            </a:r>
            <a:r>
              <a:rPr lang="es-419" dirty="0">
                <a:latin typeface="Arial Black"/>
              </a:rPr>
              <a:t> </a:t>
            </a:r>
            <a:r>
              <a:rPr lang="es-419" dirty="0" err="1">
                <a:latin typeface="Arial Black"/>
              </a:rPr>
              <a:t>for</a:t>
            </a:r>
            <a:endParaRPr lang="en-US" dirty="0" err="1"/>
          </a:p>
          <a:p>
            <a:r>
              <a:rPr lang="es-419" err="1">
                <a:latin typeface="Arial Black"/>
              </a:rPr>
              <a:t>Programming</a:t>
            </a:r>
            <a:endParaRPr lang="es-419">
              <a:latin typeface="Arial Black"/>
            </a:endParaRPr>
          </a:p>
          <a:p>
            <a:endParaRPr lang="es-419" sz="1800" dirty="0">
              <a:latin typeface="Arial Black"/>
            </a:endParaRPr>
          </a:p>
          <a:p>
            <a:endParaRPr lang="es-419" sz="1800" dirty="0">
              <a:latin typeface="Arial Black"/>
            </a:endParaRPr>
          </a:p>
          <a:p>
            <a:r>
              <a:rPr lang="es-419" sz="1800" b="0" dirty="0">
                <a:latin typeface="Calibri"/>
              </a:rPr>
              <a:t>Edgar Galindo</a:t>
            </a:r>
            <a:endParaRPr lang="es-419" b="0">
              <a:latin typeface="Calibri"/>
            </a:endParaRPr>
          </a:p>
          <a:p>
            <a:r>
              <a:rPr lang="es-419" sz="1800" b="0" err="1">
                <a:latin typeface="Calibri"/>
              </a:rPr>
              <a:t>Hector</a:t>
            </a:r>
            <a:r>
              <a:rPr lang="es-419" sz="1800" b="0" dirty="0">
                <a:latin typeface="Calibri"/>
              </a:rPr>
              <a:t> Triana</a:t>
            </a:r>
          </a:p>
          <a:p>
            <a:endParaRPr lang="es-419"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4">
            <a:extLst>
              <a:ext uri="{FF2B5EF4-FFF2-40B4-BE49-F238E27FC236}">
                <a16:creationId xmlns:a16="http://schemas.microsoft.com/office/drawing/2014/main" id="{23BD9D59-B0B6-F06D-D922-AAA3AA001612}"/>
              </a:ext>
            </a:extLst>
          </p:cNvPr>
          <p:cNvSpPr>
            <a:spLocks noGrp="1"/>
          </p:cNvSpPr>
          <p:nvPr/>
        </p:nvSpPr>
        <p:spPr>
          <a:xfrm>
            <a:off x="586309" y="371475"/>
            <a:ext cx="10294298" cy="906780"/>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2800" b="1" i="0" kern="1200">
                <a:solidFill>
                  <a:schemeClr val="bg1"/>
                </a:solidFill>
                <a:latin typeface="Arial Black" panose="020B0604020202020204" pitchFamily="34" charset="0"/>
                <a:ea typeface="+mj-ea"/>
                <a:cs typeface="Arial Black" panose="020B0604020202020204" pitchFamily="34" charset="0"/>
              </a:defRPr>
            </a:lvl1pPr>
          </a:lstStyle>
          <a:p>
            <a:pPr algn="ctr"/>
            <a:r>
              <a:rPr lang="es-419" b="0" err="1">
                <a:solidFill>
                  <a:schemeClr val="tx1"/>
                </a:solidFill>
                <a:latin typeface="Arial Black"/>
              </a:rPr>
              <a:t>Foundations</a:t>
            </a:r>
            <a:r>
              <a:rPr lang="es-419" b="0" dirty="0">
                <a:solidFill>
                  <a:schemeClr val="tx1"/>
                </a:solidFill>
                <a:latin typeface="Arial Black"/>
              </a:rPr>
              <a:t> </a:t>
            </a:r>
            <a:r>
              <a:rPr lang="es-419" b="0" err="1">
                <a:solidFill>
                  <a:schemeClr val="tx1"/>
                </a:solidFill>
                <a:latin typeface="Arial Black"/>
              </a:rPr>
              <a:t>of</a:t>
            </a:r>
            <a:r>
              <a:rPr lang="es-419" b="0" dirty="0">
                <a:solidFill>
                  <a:schemeClr val="tx1"/>
                </a:solidFill>
                <a:latin typeface="Arial Black"/>
              </a:rPr>
              <a:t> Generative AI</a:t>
            </a:r>
            <a:endParaRPr lang="en-US" dirty="0">
              <a:solidFill>
                <a:schemeClr val="tx1"/>
              </a:solidFill>
            </a:endParaRPr>
          </a:p>
        </p:txBody>
      </p:sp>
      <p:sp>
        <p:nvSpPr>
          <p:cNvPr id="5" name="TextBox 4">
            <a:extLst>
              <a:ext uri="{FF2B5EF4-FFF2-40B4-BE49-F238E27FC236}">
                <a16:creationId xmlns:a16="http://schemas.microsoft.com/office/drawing/2014/main" id="{A47A22CD-F09D-AE5F-9D39-CFCC3F8EFC9B}"/>
              </a:ext>
            </a:extLst>
          </p:cNvPr>
          <p:cNvSpPr txBox="1"/>
          <p:nvPr/>
        </p:nvSpPr>
        <p:spPr>
          <a:xfrm>
            <a:off x="1306104" y="3714075"/>
            <a:ext cx="883810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ea typeface="+mn-lt"/>
                <a:cs typeface="+mn-lt"/>
              </a:rPr>
              <a:t>Generative AI refers to AI systems capable of generating new data, such as images, text, or code, based on the patterns learned from a training set. Generative models are trained using large datasets to learn relationships and patterns in data. These models typically rely on deep learning, a subset of machine learning using neural networks with multiple layers.</a:t>
            </a:r>
            <a:endParaRPr lang="en-US"/>
          </a:p>
          <a:p>
            <a:pPr algn="just"/>
            <a:endParaRPr lang="en-US" dirty="0">
              <a:ea typeface="+mn-lt"/>
              <a:cs typeface="+mn-lt"/>
            </a:endParaRPr>
          </a:p>
          <a:p>
            <a:pPr algn="just"/>
            <a:r>
              <a:rPr lang="en-US" b="1" dirty="0">
                <a:ea typeface="+mn-lt"/>
                <a:cs typeface="+mn-lt"/>
              </a:rPr>
              <a:t>Types of Generative Models</a:t>
            </a:r>
            <a:r>
              <a:rPr lang="en-US" dirty="0">
                <a:ea typeface="+mn-lt"/>
                <a:cs typeface="+mn-lt"/>
              </a:rPr>
              <a:t>: Common models include Generative Adversarial Networks (GANs), Variational Autoencoders (VAEs), and autoregressive models like GPT (used for generating text/code).</a:t>
            </a:r>
          </a:p>
          <a:p>
            <a:pPr algn="l"/>
            <a:endParaRPr lang="en-US" dirty="0"/>
          </a:p>
        </p:txBody>
      </p:sp>
      <p:pic>
        <p:nvPicPr>
          <p:cNvPr id="6" name="Picture 5" descr="img-component">
            <a:extLst>
              <a:ext uri="{FF2B5EF4-FFF2-40B4-BE49-F238E27FC236}">
                <a16:creationId xmlns:a16="http://schemas.microsoft.com/office/drawing/2014/main" id="{0658E172-0992-C5E4-1FF4-B5D3950F589A}"/>
              </a:ext>
            </a:extLst>
          </p:cNvPr>
          <p:cNvPicPr>
            <a:picLocks noChangeAspect="1"/>
          </p:cNvPicPr>
          <p:nvPr/>
        </p:nvPicPr>
        <p:blipFill>
          <a:blip r:embed="rId2"/>
          <a:stretch>
            <a:fillRect/>
          </a:stretch>
        </p:blipFill>
        <p:spPr>
          <a:xfrm>
            <a:off x="3048001" y="1280386"/>
            <a:ext cx="5133973" cy="2144577"/>
          </a:xfrm>
          <a:prstGeom prst="rect">
            <a:avLst/>
          </a:prstGeom>
        </p:spPr>
      </p:pic>
    </p:spTree>
    <p:extLst>
      <p:ext uri="{BB962C8B-B14F-4D97-AF65-F5344CB8AC3E}">
        <p14:creationId xmlns:p14="http://schemas.microsoft.com/office/powerpoint/2010/main" val="20541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machine learning&#10;&#10;Description automatically generated">
            <a:extLst>
              <a:ext uri="{FF2B5EF4-FFF2-40B4-BE49-F238E27FC236}">
                <a16:creationId xmlns:a16="http://schemas.microsoft.com/office/drawing/2014/main" id="{F2B030FD-AC4C-0154-1CD2-70BF28D94A00}"/>
              </a:ext>
            </a:extLst>
          </p:cNvPr>
          <p:cNvPicPr>
            <a:picLocks noChangeAspect="1"/>
          </p:cNvPicPr>
          <p:nvPr/>
        </p:nvPicPr>
        <p:blipFill>
          <a:blip r:embed="rId2"/>
          <a:stretch>
            <a:fillRect/>
          </a:stretch>
        </p:blipFill>
        <p:spPr>
          <a:xfrm>
            <a:off x="2906010" y="1603192"/>
            <a:ext cx="2549749" cy="2282712"/>
          </a:xfrm>
          <a:prstGeom prst="rect">
            <a:avLst/>
          </a:prstGeom>
        </p:spPr>
      </p:pic>
      <p:pic>
        <p:nvPicPr>
          <p:cNvPr id="3" name="Picture 2" descr="img-component">
            <a:extLst>
              <a:ext uri="{FF2B5EF4-FFF2-40B4-BE49-F238E27FC236}">
                <a16:creationId xmlns:a16="http://schemas.microsoft.com/office/drawing/2014/main" id="{BDBD9C9C-DF6F-DFA6-1EFE-12F37E6E7BD8}"/>
              </a:ext>
            </a:extLst>
          </p:cNvPr>
          <p:cNvPicPr>
            <a:picLocks noChangeAspect="1"/>
          </p:cNvPicPr>
          <p:nvPr/>
        </p:nvPicPr>
        <p:blipFill>
          <a:blip r:embed="rId3"/>
          <a:stretch>
            <a:fillRect/>
          </a:stretch>
        </p:blipFill>
        <p:spPr>
          <a:xfrm>
            <a:off x="6363035" y="1487074"/>
            <a:ext cx="3673784" cy="2400312"/>
          </a:xfrm>
          <a:prstGeom prst="rect">
            <a:avLst/>
          </a:prstGeom>
        </p:spPr>
      </p:pic>
      <p:sp>
        <p:nvSpPr>
          <p:cNvPr id="4" name="TextBox 3">
            <a:extLst>
              <a:ext uri="{FF2B5EF4-FFF2-40B4-BE49-F238E27FC236}">
                <a16:creationId xmlns:a16="http://schemas.microsoft.com/office/drawing/2014/main" id="{E7409DC5-F417-C79E-B569-117BA56F35E6}"/>
              </a:ext>
            </a:extLst>
          </p:cNvPr>
          <p:cNvSpPr txBox="1"/>
          <p:nvPr/>
        </p:nvSpPr>
        <p:spPr>
          <a:xfrm>
            <a:off x="2272513" y="242760"/>
            <a:ext cx="726934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ea typeface="+mn-lt"/>
                <a:cs typeface="+mn-lt"/>
              </a:rPr>
              <a:t>How Generative AI Works</a:t>
            </a:r>
            <a:endParaRPr lang="en-US" sz="3200">
              <a:ea typeface="+mn-lt"/>
              <a:cs typeface="+mn-lt"/>
            </a:endParaRPr>
          </a:p>
        </p:txBody>
      </p:sp>
      <p:sp>
        <p:nvSpPr>
          <p:cNvPr id="5" name="TextBox 4">
            <a:extLst>
              <a:ext uri="{FF2B5EF4-FFF2-40B4-BE49-F238E27FC236}">
                <a16:creationId xmlns:a16="http://schemas.microsoft.com/office/drawing/2014/main" id="{AE41CB5C-18DE-AEBB-10E7-9412C23A1F27}"/>
              </a:ext>
            </a:extLst>
          </p:cNvPr>
          <p:cNvSpPr txBox="1"/>
          <p:nvPr/>
        </p:nvSpPr>
        <p:spPr>
          <a:xfrm>
            <a:off x="438319" y="4140425"/>
            <a:ext cx="108703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Generative AI is trained on a large corpus of data (e.g., text, code) to learn statistical relationships. These models predict the next token (word or code element) based on the preceding sequence.</a:t>
            </a:r>
            <a:endParaRPr lang="en-US" dirty="0"/>
          </a:p>
          <a:p>
            <a:endParaRPr lang="en-US" dirty="0">
              <a:ea typeface="+mn-lt"/>
              <a:cs typeface="+mn-lt"/>
            </a:endParaRPr>
          </a:p>
          <a:p>
            <a:pPr marL="285750" indent="-285750">
              <a:buFont typeface="Arial"/>
              <a:buChar char="•"/>
            </a:pPr>
            <a:r>
              <a:rPr lang="en-US" b="1" dirty="0">
                <a:ea typeface="+mn-lt"/>
                <a:cs typeface="+mn-lt"/>
              </a:rPr>
              <a:t>Key Components</a:t>
            </a:r>
            <a:r>
              <a:rPr lang="en-US" dirty="0">
                <a:ea typeface="+mn-lt"/>
                <a:cs typeface="+mn-lt"/>
              </a:rPr>
              <a:t>:</a:t>
            </a:r>
            <a:endParaRPr lang="en-US" dirty="0"/>
          </a:p>
          <a:p>
            <a:pPr marL="285750" indent="-285750">
              <a:buFont typeface="Arial"/>
              <a:buChar char="•"/>
            </a:pPr>
            <a:r>
              <a:rPr lang="en-US" b="1" dirty="0">
                <a:ea typeface="+mn-lt"/>
                <a:cs typeface="+mn-lt"/>
              </a:rPr>
              <a:t>Corpus</a:t>
            </a:r>
            <a:r>
              <a:rPr lang="en-US" dirty="0">
                <a:ea typeface="+mn-lt"/>
                <a:cs typeface="+mn-lt"/>
              </a:rPr>
              <a:t>: A large dataset (in coding, a dataset of code snippets, documentation, etc.).</a:t>
            </a:r>
            <a:endParaRPr lang="en-US" dirty="0"/>
          </a:p>
          <a:p>
            <a:pPr marL="285750" indent="-285750">
              <a:buFont typeface="Arial"/>
              <a:buChar char="•"/>
            </a:pPr>
            <a:r>
              <a:rPr lang="en-US" b="1" dirty="0">
                <a:ea typeface="+mn-lt"/>
                <a:cs typeface="+mn-lt"/>
              </a:rPr>
              <a:t>LLM (Large Language Model)</a:t>
            </a:r>
            <a:r>
              <a:rPr lang="en-US" dirty="0">
                <a:ea typeface="+mn-lt"/>
                <a:cs typeface="+mn-lt"/>
              </a:rPr>
              <a:t>: A type of model that leverages vast corpora to generate human-like text or code.</a:t>
            </a:r>
            <a:endParaRPr lang="en-US" dirty="0"/>
          </a:p>
          <a:p>
            <a:pPr marL="285750" indent="-285750">
              <a:buFont typeface="Arial"/>
              <a:buChar char="•"/>
            </a:pPr>
            <a:r>
              <a:rPr lang="en-US" b="1" dirty="0">
                <a:ea typeface="+mn-lt"/>
                <a:cs typeface="+mn-lt"/>
              </a:rPr>
              <a:t>Tokens</a:t>
            </a:r>
            <a:r>
              <a:rPr lang="en-US" dirty="0">
                <a:ea typeface="+mn-lt"/>
                <a:cs typeface="+mn-lt"/>
              </a:rPr>
              <a:t>: The basic units (words, characters) that the model predicts one at a time.</a:t>
            </a:r>
            <a:endParaRPr lang="en-US" dirty="0"/>
          </a:p>
          <a:p>
            <a:pPr algn="l"/>
            <a:endParaRPr lang="en-US" dirty="0"/>
          </a:p>
        </p:txBody>
      </p:sp>
    </p:spTree>
    <p:extLst>
      <p:ext uri="{BB962C8B-B14F-4D97-AF65-F5344CB8AC3E}">
        <p14:creationId xmlns:p14="http://schemas.microsoft.com/office/powerpoint/2010/main" val="2423518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9E773C-F16D-954C-8B74-9BBBC8E34DBE}"/>
              </a:ext>
            </a:extLst>
          </p:cNvPr>
          <p:cNvSpPr txBox="1"/>
          <p:nvPr/>
        </p:nvSpPr>
        <p:spPr>
          <a:xfrm>
            <a:off x="809203" y="337168"/>
            <a:ext cx="1041175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dirty="0">
                <a:solidFill>
                  <a:srgbClr val="222222"/>
                </a:solidFill>
                <a:latin typeface="Calibri"/>
                <a:cs typeface="Calibri"/>
              </a:rPr>
              <a:t>An LLM is trained in different phases. In phase one, it's trained on a vast and diverse corpus of </a:t>
            </a:r>
            <a:r>
              <a:rPr lang="en-US" err="1">
                <a:solidFill>
                  <a:srgbClr val="222222"/>
                </a:solidFill>
                <a:latin typeface="Calibri"/>
                <a:cs typeface="Calibri"/>
              </a:rPr>
              <a:t>unlabelled</a:t>
            </a:r>
            <a:r>
              <a:rPr lang="en-US" dirty="0">
                <a:solidFill>
                  <a:srgbClr val="222222"/>
                </a:solidFill>
                <a:latin typeface="Calibri"/>
                <a:cs typeface="Calibri"/>
              </a:rPr>
              <a:t> text data, to learn patterns and structures (Supervised Learning). Once an LLM has been trained to be able to predict the next word, it then gets trained with labeled conversations, to learn to follow human instructions </a:t>
            </a:r>
            <a:r>
              <a:rPr lang="en-US">
                <a:solidFill>
                  <a:srgbClr val="222222"/>
                </a:solidFill>
                <a:latin typeface="Calibri"/>
                <a:cs typeface="Calibri"/>
              </a:rPr>
              <a:t>and perform new tasks (Supervised Learning). At the core of GenAI are its foundation models. They are very versatile ML models that can be used in various applications for a wide range of tasks.</a:t>
            </a:r>
          </a:p>
        </p:txBody>
      </p:sp>
      <p:pic>
        <p:nvPicPr>
          <p:cNvPr id="3" name="Picture 2" descr="img-component">
            <a:extLst>
              <a:ext uri="{FF2B5EF4-FFF2-40B4-BE49-F238E27FC236}">
                <a16:creationId xmlns:a16="http://schemas.microsoft.com/office/drawing/2014/main" id="{5BAB3CE8-FA8B-0374-6665-9E094001A5F0}"/>
              </a:ext>
            </a:extLst>
          </p:cNvPr>
          <p:cNvPicPr>
            <a:picLocks noChangeAspect="1"/>
          </p:cNvPicPr>
          <p:nvPr/>
        </p:nvPicPr>
        <p:blipFill>
          <a:blip r:embed="rId2"/>
          <a:stretch>
            <a:fillRect/>
          </a:stretch>
        </p:blipFill>
        <p:spPr>
          <a:xfrm>
            <a:off x="2600242" y="2320127"/>
            <a:ext cx="6829675" cy="1968239"/>
          </a:xfrm>
          <a:prstGeom prst="rect">
            <a:avLst/>
          </a:prstGeom>
        </p:spPr>
      </p:pic>
      <p:sp>
        <p:nvSpPr>
          <p:cNvPr id="4" name="TextBox 3">
            <a:extLst>
              <a:ext uri="{FF2B5EF4-FFF2-40B4-BE49-F238E27FC236}">
                <a16:creationId xmlns:a16="http://schemas.microsoft.com/office/drawing/2014/main" id="{00DC6913-AF25-CDCC-1372-C0EF36C72115}"/>
              </a:ext>
            </a:extLst>
          </p:cNvPr>
          <p:cNvSpPr txBox="1"/>
          <p:nvPr/>
        </p:nvSpPr>
        <p:spPr>
          <a:xfrm>
            <a:off x="984532" y="4882193"/>
            <a:ext cx="1006109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000000"/>
                </a:solidFill>
                <a:latin typeface="Calibri"/>
                <a:cs typeface="Calibri"/>
              </a:rPr>
              <a:t>Foundation models are trained on generic and diverse data. They are generalists, good at many tasks.</a:t>
            </a:r>
            <a:endParaRPr lang="en-US">
              <a:latin typeface="Calibri"/>
              <a:cs typeface="Calibri"/>
            </a:endParaRPr>
          </a:p>
          <a:p>
            <a:r>
              <a:rPr lang="en-US" dirty="0">
                <a:solidFill>
                  <a:srgbClr val="000000"/>
                </a:solidFill>
                <a:latin typeface="Calibri"/>
                <a:cs typeface="Calibri"/>
              </a:rPr>
              <a:t>Fine-tuning is the process of further training a generic foundation model with more specific data, so that it becomes more skilled at certain tasks.</a:t>
            </a:r>
            <a:endParaRPr lang="en-US" dirty="0">
              <a:latin typeface="Calibri"/>
              <a:cs typeface="Calibri"/>
            </a:endParaRPr>
          </a:p>
          <a:p>
            <a:pPr algn="l"/>
            <a:endParaRPr lang="en-US" dirty="0"/>
          </a:p>
        </p:txBody>
      </p:sp>
    </p:spTree>
    <p:extLst>
      <p:ext uri="{BB962C8B-B14F-4D97-AF65-F5344CB8AC3E}">
        <p14:creationId xmlns:p14="http://schemas.microsoft.com/office/powerpoint/2010/main" val="2177410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F6117F-E69D-3BDF-0FDD-0A88CF949B86}"/>
              </a:ext>
            </a:extLst>
          </p:cNvPr>
          <p:cNvSpPr txBox="1"/>
          <p:nvPr/>
        </p:nvSpPr>
        <p:spPr>
          <a:xfrm>
            <a:off x="1186831" y="364141"/>
            <a:ext cx="927886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latin typeface="Calibri"/>
                <a:ea typeface="+mn-lt"/>
                <a:cs typeface="+mn-lt"/>
              </a:rPr>
              <a:t>Key Terms and Their Relations</a:t>
            </a:r>
            <a:endParaRPr lang="en-US" sz="2800" b="1">
              <a:latin typeface="Calibri"/>
              <a:cs typeface="Calibri"/>
            </a:endParaRPr>
          </a:p>
        </p:txBody>
      </p:sp>
      <p:pic>
        <p:nvPicPr>
          <p:cNvPr id="3" name="Picture 2" descr="AI working on lap top stealing our jobs generative AI | Premium  AI-generated image">
            <a:extLst>
              <a:ext uri="{FF2B5EF4-FFF2-40B4-BE49-F238E27FC236}">
                <a16:creationId xmlns:a16="http://schemas.microsoft.com/office/drawing/2014/main" id="{F569A88F-B6F8-6EC6-2750-C84007FE75D5}"/>
              </a:ext>
            </a:extLst>
          </p:cNvPr>
          <p:cNvPicPr>
            <a:picLocks noChangeAspect="1"/>
          </p:cNvPicPr>
          <p:nvPr/>
        </p:nvPicPr>
        <p:blipFill>
          <a:blip r:embed="rId2"/>
          <a:stretch>
            <a:fillRect/>
          </a:stretch>
        </p:blipFill>
        <p:spPr>
          <a:xfrm>
            <a:off x="1285284" y="1176401"/>
            <a:ext cx="4105359" cy="2340580"/>
          </a:xfrm>
          <a:prstGeom prst="rect">
            <a:avLst/>
          </a:prstGeom>
        </p:spPr>
      </p:pic>
      <p:pic>
        <p:nvPicPr>
          <p:cNvPr id="4" name="Picture 3" descr="Generative AI, OpenAI, and ChatGPT: What are they? | by Francesca Lazzeri |  Data Science at Microsoft | Medium">
            <a:extLst>
              <a:ext uri="{FF2B5EF4-FFF2-40B4-BE49-F238E27FC236}">
                <a16:creationId xmlns:a16="http://schemas.microsoft.com/office/drawing/2014/main" id="{E2F2DD8E-53A6-ABF1-07C7-FF380F079A12}"/>
              </a:ext>
            </a:extLst>
          </p:cNvPr>
          <p:cNvPicPr>
            <a:picLocks noChangeAspect="1"/>
          </p:cNvPicPr>
          <p:nvPr/>
        </p:nvPicPr>
        <p:blipFill>
          <a:blip r:embed="rId3"/>
          <a:stretch>
            <a:fillRect/>
          </a:stretch>
        </p:blipFill>
        <p:spPr>
          <a:xfrm>
            <a:off x="6356294" y="1175126"/>
            <a:ext cx="4010952" cy="2349871"/>
          </a:xfrm>
          <a:prstGeom prst="rect">
            <a:avLst/>
          </a:prstGeom>
        </p:spPr>
      </p:pic>
      <p:sp>
        <p:nvSpPr>
          <p:cNvPr id="5" name="TextBox 4">
            <a:extLst>
              <a:ext uri="{FF2B5EF4-FFF2-40B4-BE49-F238E27FC236}">
                <a16:creationId xmlns:a16="http://schemas.microsoft.com/office/drawing/2014/main" id="{5EA0F0E4-3FC5-4455-C4A2-0D351A0520FB}"/>
              </a:ext>
            </a:extLst>
          </p:cNvPr>
          <p:cNvSpPr txBox="1"/>
          <p:nvPr/>
        </p:nvSpPr>
        <p:spPr>
          <a:xfrm>
            <a:off x="1139627" y="3783026"/>
            <a:ext cx="9912743"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1600" dirty="0">
                <a:ea typeface="+mn-lt"/>
                <a:cs typeface="+mn-lt"/>
              </a:rPr>
              <a:t>Large Language Models (LLMs): These are AI models, such as GPT-3, GPT-4, Codex, etc., that generate text, including code, by learning from massive corpora of data.</a:t>
            </a:r>
            <a:endParaRPr lang="en-US" sz="1600"/>
          </a:p>
          <a:p>
            <a:pPr marL="285750" indent="-285750" algn="just">
              <a:buFont typeface="Arial"/>
              <a:buChar char="•"/>
            </a:pPr>
            <a:endParaRPr lang="en-US" sz="1600" dirty="0">
              <a:ea typeface="+mn-lt"/>
              <a:cs typeface="+mn-lt"/>
            </a:endParaRPr>
          </a:p>
          <a:p>
            <a:pPr marL="285750" indent="-285750" algn="just">
              <a:buFont typeface="Arial"/>
              <a:buChar char="•"/>
            </a:pPr>
            <a:r>
              <a:rPr lang="en-US" sz="1600" dirty="0">
                <a:ea typeface="+mn-lt"/>
                <a:cs typeface="+mn-lt"/>
              </a:rPr>
              <a:t>Reinforcement Learning from Human Feedback (RLHF): A fine-tuning process where models receive human feedback and adjust their behavior to generate more accurate and ethical results.</a:t>
            </a:r>
          </a:p>
          <a:p>
            <a:pPr marL="285750" indent="-285750" algn="just">
              <a:buFont typeface="Arial"/>
              <a:buChar char="•"/>
            </a:pPr>
            <a:endParaRPr lang="en-US" sz="1600" dirty="0">
              <a:ea typeface="+mn-lt"/>
              <a:cs typeface="+mn-lt"/>
            </a:endParaRPr>
          </a:p>
          <a:p>
            <a:pPr marL="285750" indent="-285750" algn="just">
              <a:buFont typeface="Arial"/>
              <a:buChar char="•"/>
            </a:pPr>
            <a:r>
              <a:rPr lang="en-US" sz="1600" dirty="0">
                <a:ea typeface="+mn-lt"/>
                <a:cs typeface="+mn-lt"/>
              </a:rPr>
              <a:t>Corpus: The dataset used for training the model, which for coding LLMs, typically includes open-source repositories, </a:t>
            </a:r>
            <a:r>
              <a:rPr lang="en-US" sz="1600" dirty="0" err="1">
                <a:ea typeface="+mn-lt"/>
                <a:cs typeface="+mn-lt"/>
              </a:rPr>
              <a:t>StackOverflow</a:t>
            </a:r>
            <a:r>
              <a:rPr lang="en-US" sz="1600" dirty="0">
                <a:ea typeface="+mn-lt"/>
                <a:cs typeface="+mn-lt"/>
              </a:rPr>
              <a:t> Q&amp;A, and programming documentation.</a:t>
            </a:r>
          </a:p>
          <a:p>
            <a:pPr marL="285750" indent="-285750" algn="just">
              <a:buFont typeface="Arial"/>
              <a:buChar char="•"/>
            </a:pPr>
            <a:endParaRPr lang="en-US" sz="1600" dirty="0">
              <a:ea typeface="+mn-lt"/>
              <a:cs typeface="+mn-lt"/>
            </a:endParaRPr>
          </a:p>
          <a:p>
            <a:pPr marL="285750" indent="-285750" algn="just">
              <a:buFont typeface="Arial"/>
              <a:buChar char="•"/>
            </a:pPr>
            <a:r>
              <a:rPr lang="en-US" sz="1600" dirty="0">
                <a:ea typeface="+mn-lt"/>
                <a:cs typeface="+mn-lt"/>
              </a:rPr>
              <a:t>Inference and Generation: The model generates code or text by making inferences based on the input provided, and outputs a sequence based on prior knowledge learned from the corpus.</a:t>
            </a:r>
          </a:p>
          <a:p>
            <a:pPr algn="l"/>
            <a:endParaRPr lang="en-US" dirty="0"/>
          </a:p>
        </p:txBody>
      </p:sp>
    </p:spTree>
    <p:extLst>
      <p:ext uri="{BB962C8B-B14F-4D97-AF65-F5344CB8AC3E}">
        <p14:creationId xmlns:p14="http://schemas.microsoft.com/office/powerpoint/2010/main" val="3446434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DB5A0-ECAA-9976-D34A-0236BC246929}"/>
              </a:ext>
            </a:extLst>
          </p:cNvPr>
          <p:cNvSpPr txBox="1"/>
          <p:nvPr/>
        </p:nvSpPr>
        <p:spPr>
          <a:xfrm>
            <a:off x="741769" y="107893"/>
            <a:ext cx="991274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dirty="0">
                <a:ea typeface="+mn-lt"/>
                <a:cs typeface="+mn-lt"/>
              </a:rPr>
              <a:t>Token:</a:t>
            </a:r>
            <a:r>
              <a:rPr lang="en-US" sz="1600" dirty="0">
                <a:ea typeface="+mn-lt"/>
                <a:cs typeface="+mn-lt"/>
              </a:rPr>
              <a:t> represents a piece of the input text or code used by the model during the </a:t>
            </a:r>
            <a:r>
              <a:rPr lang="en-US" sz="1600" b="1" dirty="0">
                <a:ea typeface="+mn-lt"/>
                <a:cs typeface="+mn-lt"/>
              </a:rPr>
              <a:t>prompting process</a:t>
            </a:r>
            <a:r>
              <a:rPr lang="en-US" sz="1600" dirty="0">
                <a:ea typeface="+mn-lt"/>
                <a:cs typeface="+mn-lt"/>
              </a:rPr>
              <a:t>. Tokens can be as small as a single character, a word, or a </a:t>
            </a:r>
            <a:r>
              <a:rPr lang="en-US" sz="1600" err="1">
                <a:ea typeface="+mn-lt"/>
                <a:cs typeface="+mn-lt"/>
              </a:rPr>
              <a:t>subword</a:t>
            </a:r>
            <a:r>
              <a:rPr lang="en-US" sz="1600" dirty="0">
                <a:ea typeface="+mn-lt"/>
                <a:cs typeface="+mn-lt"/>
              </a:rPr>
              <a:t>. The process of breaking down text into tokens is called </a:t>
            </a:r>
            <a:r>
              <a:rPr lang="en-US" sz="1600" b="1" dirty="0">
                <a:ea typeface="+mn-lt"/>
                <a:cs typeface="+mn-lt"/>
              </a:rPr>
              <a:t>tokenization</a:t>
            </a:r>
            <a:r>
              <a:rPr lang="en-US" sz="1600" dirty="0">
                <a:ea typeface="+mn-lt"/>
                <a:cs typeface="+mn-lt"/>
              </a:rPr>
              <a:t>.</a:t>
            </a:r>
            <a:endParaRPr lang="en-US" sz="1600" dirty="0"/>
          </a:p>
          <a:p>
            <a:pPr algn="just"/>
            <a:endParaRPr lang="en-US" sz="1600" dirty="0">
              <a:ea typeface="+mn-lt"/>
              <a:cs typeface="+mn-lt"/>
            </a:endParaRPr>
          </a:p>
          <a:p>
            <a:pPr algn="just"/>
            <a:r>
              <a:rPr lang="en-US" sz="1600" dirty="0">
                <a:ea typeface="+mn-lt"/>
                <a:cs typeface="+mn-lt"/>
              </a:rPr>
              <a:t>In relation to an </a:t>
            </a:r>
            <a:r>
              <a:rPr lang="en-US" sz="1600" b="1" dirty="0">
                <a:ea typeface="+mn-lt"/>
                <a:cs typeface="+mn-lt"/>
              </a:rPr>
              <a:t>LLM (Large Language Model)</a:t>
            </a:r>
            <a:r>
              <a:rPr lang="en-US" sz="1600" dirty="0">
                <a:ea typeface="+mn-lt"/>
                <a:cs typeface="+mn-lt"/>
              </a:rPr>
              <a:t>, the model processes and generates outputs by analyzing and predicting tokens based on the prompt provided. Each token is part of the model's input/output, with the number of tokens affecting both performance and response length.</a:t>
            </a:r>
            <a:endParaRPr lang="en-US" sz="1600" dirty="0"/>
          </a:p>
          <a:p>
            <a:pPr algn="l"/>
            <a:endParaRPr lang="en-US" sz="1600" dirty="0"/>
          </a:p>
        </p:txBody>
      </p:sp>
      <p:pic>
        <p:nvPicPr>
          <p:cNvPr id="3" name="Picture 2" descr="LLM fine-tuning step: Tokenizing. Tokenization is a crucial phase in… | by  TeeTracker | Medium">
            <a:extLst>
              <a:ext uri="{FF2B5EF4-FFF2-40B4-BE49-F238E27FC236}">
                <a16:creationId xmlns:a16="http://schemas.microsoft.com/office/drawing/2014/main" id="{DD4508A4-362D-4AC5-9848-ED6C425944BE}"/>
              </a:ext>
            </a:extLst>
          </p:cNvPr>
          <p:cNvPicPr>
            <a:picLocks noChangeAspect="1"/>
          </p:cNvPicPr>
          <p:nvPr/>
        </p:nvPicPr>
        <p:blipFill>
          <a:blip r:embed="rId2"/>
          <a:stretch>
            <a:fillRect/>
          </a:stretch>
        </p:blipFill>
        <p:spPr>
          <a:xfrm>
            <a:off x="4340029" y="2050411"/>
            <a:ext cx="3511942" cy="2170505"/>
          </a:xfrm>
          <a:prstGeom prst="rect">
            <a:avLst/>
          </a:prstGeom>
        </p:spPr>
      </p:pic>
      <p:sp>
        <p:nvSpPr>
          <p:cNvPr id="4" name="TextBox 3">
            <a:extLst>
              <a:ext uri="{FF2B5EF4-FFF2-40B4-BE49-F238E27FC236}">
                <a16:creationId xmlns:a16="http://schemas.microsoft.com/office/drawing/2014/main" id="{952F64F8-A44D-ED36-EF6E-F6CBB2DED32E}"/>
              </a:ext>
            </a:extLst>
          </p:cNvPr>
          <p:cNvSpPr txBox="1"/>
          <p:nvPr/>
        </p:nvSpPr>
        <p:spPr>
          <a:xfrm>
            <a:off x="1022294" y="4522099"/>
            <a:ext cx="9904651"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b="1" dirty="0"/>
              <a:t>Token Limitations in LLMs:</a:t>
            </a:r>
            <a:endParaRPr lang="en-US"/>
          </a:p>
          <a:p>
            <a:pPr algn="just"/>
            <a:r>
              <a:rPr lang="en-US" sz="1600" dirty="0"/>
              <a:t>Each model has a limit on how many tokens it can process in one interaction (both for input and output combined). For example:</a:t>
            </a:r>
          </a:p>
          <a:p>
            <a:pPr algn="just">
              <a:buFont typeface=""/>
              <a:buChar char="•"/>
            </a:pPr>
            <a:r>
              <a:rPr lang="en-US" sz="1600" dirty="0"/>
              <a:t>GPT-3 might support around 4,096 tokens.</a:t>
            </a:r>
          </a:p>
          <a:p>
            <a:pPr algn="just">
              <a:buFont typeface=""/>
              <a:buChar char="•"/>
            </a:pPr>
            <a:r>
              <a:rPr lang="en-US" sz="1600" dirty="0"/>
              <a:t>GPT-4 might support even more, with options for 8,000 to 32,000 tokens.</a:t>
            </a:r>
          </a:p>
          <a:p>
            <a:pPr algn="just"/>
            <a:r>
              <a:rPr lang="en-US" sz="1600" dirty="0"/>
              <a:t>This means that when writing prompts or generating long-form text, it's essential to manage the token count carefully.</a:t>
            </a:r>
          </a:p>
        </p:txBody>
      </p:sp>
    </p:spTree>
    <p:extLst>
      <p:ext uri="{BB962C8B-B14F-4D97-AF65-F5344CB8AC3E}">
        <p14:creationId xmlns:p14="http://schemas.microsoft.com/office/powerpoint/2010/main" val="410078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e Impact of Temperature in LLMs: Balancing Determinism and Creativity |  by jithin james | Medium">
            <a:extLst>
              <a:ext uri="{FF2B5EF4-FFF2-40B4-BE49-F238E27FC236}">
                <a16:creationId xmlns:a16="http://schemas.microsoft.com/office/drawing/2014/main" id="{91216912-729A-3EF5-0DC9-3BA13E04A409}"/>
              </a:ext>
            </a:extLst>
          </p:cNvPr>
          <p:cNvPicPr>
            <a:picLocks noChangeAspect="1"/>
          </p:cNvPicPr>
          <p:nvPr/>
        </p:nvPicPr>
        <p:blipFill>
          <a:blip r:embed="rId2"/>
          <a:stretch>
            <a:fillRect/>
          </a:stretch>
        </p:blipFill>
        <p:spPr>
          <a:xfrm>
            <a:off x="352425" y="898151"/>
            <a:ext cx="4886325" cy="5061697"/>
          </a:xfrm>
          <a:prstGeom prst="rect">
            <a:avLst/>
          </a:prstGeom>
        </p:spPr>
      </p:pic>
      <p:sp>
        <p:nvSpPr>
          <p:cNvPr id="3" name="TextBox 2">
            <a:extLst>
              <a:ext uri="{FF2B5EF4-FFF2-40B4-BE49-F238E27FC236}">
                <a16:creationId xmlns:a16="http://schemas.microsoft.com/office/drawing/2014/main" id="{4FF92897-1CC3-C263-7F8B-4E6421779313}"/>
              </a:ext>
            </a:extLst>
          </p:cNvPr>
          <p:cNvSpPr txBox="1"/>
          <p:nvPr/>
        </p:nvSpPr>
        <p:spPr>
          <a:xfrm>
            <a:off x="5920672" y="1046570"/>
            <a:ext cx="5866725" cy="47705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1600" b="1" dirty="0">
                <a:ea typeface="+mn-lt"/>
                <a:cs typeface="+mn-lt"/>
              </a:rPr>
              <a:t>Tokenization</a:t>
            </a:r>
            <a:r>
              <a:rPr lang="en-US" sz="1600" dirty="0">
                <a:ea typeface="+mn-lt"/>
                <a:cs typeface="+mn-lt"/>
              </a:rPr>
              <a:t>: The model breaks down the input and output text into tokens for processing.</a:t>
            </a:r>
            <a:endParaRPr lang="en-US" sz="1600" dirty="0"/>
          </a:p>
          <a:p>
            <a:pPr marL="285750" indent="-285750" algn="just">
              <a:buFont typeface="Arial"/>
              <a:buChar char="•"/>
            </a:pPr>
            <a:r>
              <a:rPr lang="en-US" sz="1600" b="1" dirty="0">
                <a:ea typeface="+mn-lt"/>
                <a:cs typeface="+mn-lt"/>
              </a:rPr>
              <a:t>Temperature</a:t>
            </a:r>
            <a:r>
              <a:rPr lang="en-US" sz="1600" dirty="0">
                <a:ea typeface="+mn-lt"/>
                <a:cs typeface="+mn-lt"/>
              </a:rPr>
              <a:t>: This is a parameter that controls the randomness of the model’s token predictions.</a:t>
            </a:r>
            <a:endParaRPr lang="en-US" sz="1600" dirty="0"/>
          </a:p>
          <a:p>
            <a:pPr marL="742950" lvl="1" indent="-285750" algn="just">
              <a:buFont typeface="Arial"/>
              <a:buChar char="•"/>
            </a:pPr>
            <a:r>
              <a:rPr lang="en-US" sz="1600" b="1" dirty="0">
                <a:ea typeface="+mn-lt"/>
                <a:cs typeface="+mn-lt"/>
              </a:rPr>
              <a:t>High Temperature (e.g., 1.0 or above)</a:t>
            </a:r>
            <a:r>
              <a:rPr lang="en-US" sz="1600" dirty="0">
                <a:ea typeface="+mn-lt"/>
                <a:cs typeface="+mn-lt"/>
              </a:rPr>
              <a:t>: The model generates more diverse, less predictable tokens. This may result in creative but less deterministic outputs.</a:t>
            </a:r>
            <a:endParaRPr lang="en-US" sz="1600" dirty="0"/>
          </a:p>
          <a:p>
            <a:pPr marL="742950" lvl="1" indent="-285750" algn="just">
              <a:buFont typeface="Arial"/>
              <a:buChar char="•"/>
            </a:pPr>
            <a:r>
              <a:rPr lang="en-US" sz="1600" b="1" dirty="0">
                <a:ea typeface="+mn-lt"/>
                <a:cs typeface="+mn-lt"/>
              </a:rPr>
              <a:t>Low Temperature (e.g., 0.1)</a:t>
            </a:r>
            <a:r>
              <a:rPr lang="en-US" sz="1600" dirty="0">
                <a:ea typeface="+mn-lt"/>
                <a:cs typeface="+mn-lt"/>
              </a:rPr>
              <a:t>: The model focuses on higher-probability token choices, producing more deterministic and predictable outputs.</a:t>
            </a:r>
            <a:endParaRPr lang="en-US" sz="1600" dirty="0"/>
          </a:p>
          <a:p>
            <a:pPr marL="742950" lvl="1" indent="-285750" algn="just">
              <a:buFont typeface="Arial"/>
              <a:buChar char="•"/>
            </a:pPr>
            <a:endParaRPr lang="en-US" sz="1600" dirty="0"/>
          </a:p>
          <a:p>
            <a:pPr lvl="1" algn="just"/>
            <a:r>
              <a:rPr lang="en-US" sz="1600" dirty="0"/>
              <a:t>Example:</a:t>
            </a:r>
          </a:p>
          <a:p>
            <a:pPr marL="285750" indent="-285750" algn="just">
              <a:buFont typeface="Arial"/>
              <a:buChar char="•"/>
            </a:pPr>
            <a:r>
              <a:rPr lang="en-US" sz="1600" b="1" dirty="0">
                <a:ea typeface="+mn-lt"/>
                <a:cs typeface="+mn-lt"/>
              </a:rPr>
              <a:t>Low Temperature</a:t>
            </a:r>
            <a:r>
              <a:rPr lang="en-US" sz="1600" dirty="0">
                <a:ea typeface="+mn-lt"/>
                <a:cs typeface="+mn-lt"/>
              </a:rPr>
              <a:t>: The model may stick to very likely, standard token choices (e.g., common programming solutions).</a:t>
            </a:r>
            <a:endParaRPr lang="en-US" sz="1600" dirty="0"/>
          </a:p>
          <a:p>
            <a:pPr marL="285750" indent="-285750" algn="just">
              <a:buFont typeface="Arial"/>
              <a:buChar char="•"/>
            </a:pPr>
            <a:r>
              <a:rPr lang="en-US" sz="1600" b="1" dirty="0">
                <a:ea typeface="+mn-lt"/>
                <a:cs typeface="+mn-lt"/>
              </a:rPr>
              <a:t>High Temperature</a:t>
            </a:r>
            <a:r>
              <a:rPr lang="en-US" sz="1600" dirty="0">
                <a:ea typeface="+mn-lt"/>
                <a:cs typeface="+mn-lt"/>
              </a:rPr>
              <a:t>: The model might explore less common tokens, generating more unique or varied responses (potentially more creative or surprising solutions).</a:t>
            </a:r>
            <a:endParaRPr lang="en-US" sz="1600" dirty="0"/>
          </a:p>
          <a:p>
            <a:pPr algn="just"/>
            <a:endParaRPr lang="en-US" sz="1600" dirty="0"/>
          </a:p>
        </p:txBody>
      </p:sp>
    </p:spTree>
    <p:extLst>
      <p:ext uri="{BB962C8B-B14F-4D97-AF65-F5344CB8AC3E}">
        <p14:creationId xmlns:p14="http://schemas.microsoft.com/office/powerpoint/2010/main" val="2285102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DF9E11-F798-ACD3-2E76-1259C1D5911C}"/>
              </a:ext>
            </a:extLst>
          </p:cNvPr>
          <p:cNvSpPr txBox="1"/>
          <p:nvPr/>
        </p:nvSpPr>
        <p:spPr>
          <a:xfrm>
            <a:off x="354701" y="476081"/>
            <a:ext cx="743658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Criteria for Choosing AI Models</a:t>
            </a:r>
            <a:r>
              <a:rPr lang="en-US" dirty="0"/>
              <a:t>:</a:t>
            </a:r>
          </a:p>
          <a:p>
            <a:endParaRPr lang="en-US" dirty="0"/>
          </a:p>
          <a:p>
            <a:pPr algn="just">
              <a:buFont typeface=""/>
              <a:buChar char="•"/>
            </a:pPr>
            <a:r>
              <a:rPr lang="en-US" dirty="0"/>
              <a:t>Code Accuracy: How often does the AI generate syntactically correct and functional code?</a:t>
            </a:r>
          </a:p>
          <a:p>
            <a:pPr algn="just">
              <a:buFont typeface=""/>
              <a:buChar char="•"/>
            </a:pPr>
            <a:r>
              <a:rPr lang="en-US" dirty="0"/>
              <a:t>Language Support: Does the model support the specific programming languages you need (e.g., Python, JavaScript, etc.)?</a:t>
            </a:r>
          </a:p>
          <a:p>
            <a:pPr algn="just">
              <a:buFont typeface=""/>
              <a:buChar char="•"/>
            </a:pPr>
            <a:r>
              <a:rPr lang="en-US" dirty="0"/>
              <a:t>Context Handling: How well does the model handle longer or more complex code snippets and contexts?</a:t>
            </a:r>
          </a:p>
          <a:p>
            <a:pPr algn="just">
              <a:buFont typeface=""/>
              <a:buChar char="•"/>
            </a:pPr>
            <a:r>
              <a:rPr lang="en-US" dirty="0"/>
              <a:t>Speed and Efficiency: How fast does the model generate responses, especially for more complex problems?</a:t>
            </a:r>
          </a:p>
          <a:p>
            <a:pPr algn="just">
              <a:buFont typeface=""/>
              <a:buChar char="•"/>
            </a:pPr>
            <a:r>
              <a:rPr lang="en-US" dirty="0"/>
              <a:t>User Customizability: Can the model be fine-tuned or adjusted to meet specific needs or frameworks?</a:t>
            </a:r>
          </a:p>
        </p:txBody>
      </p:sp>
      <p:sp>
        <p:nvSpPr>
          <p:cNvPr id="3" name="TextBox 2">
            <a:extLst>
              <a:ext uri="{FF2B5EF4-FFF2-40B4-BE49-F238E27FC236}">
                <a16:creationId xmlns:a16="http://schemas.microsoft.com/office/drawing/2014/main" id="{204244AB-2BB5-6F2A-6309-6D4017E91914}"/>
              </a:ext>
            </a:extLst>
          </p:cNvPr>
          <p:cNvSpPr txBox="1"/>
          <p:nvPr/>
        </p:nvSpPr>
        <p:spPr>
          <a:xfrm>
            <a:off x="8574860" y="4710913"/>
            <a:ext cx="297247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
              <a:buChar char="•"/>
            </a:pPr>
            <a:r>
              <a:rPr lang="en-US" b="1" dirty="0"/>
              <a:t>OpenAI Codex (GPT-4)</a:t>
            </a:r>
            <a:endParaRPr lang="en-US" dirty="0"/>
          </a:p>
          <a:p>
            <a:pPr algn="just">
              <a:buFont typeface=""/>
              <a:buChar char="•"/>
            </a:pPr>
            <a:r>
              <a:rPr lang="en-US" b="1" dirty="0"/>
              <a:t>Google's Gemini</a:t>
            </a:r>
            <a:endParaRPr lang="en-US" dirty="0"/>
          </a:p>
          <a:p>
            <a:pPr algn="just">
              <a:buFont typeface=""/>
              <a:buChar char="•"/>
            </a:pPr>
            <a:r>
              <a:rPr lang="en-US" b="1" dirty="0" err="1"/>
              <a:t>Anthropic’s</a:t>
            </a:r>
            <a:r>
              <a:rPr lang="en-US" b="1" dirty="0"/>
              <a:t> Claude</a:t>
            </a:r>
            <a:endParaRPr lang="en-US" dirty="0"/>
          </a:p>
        </p:txBody>
      </p:sp>
      <p:pic>
        <p:nvPicPr>
          <p:cNvPr id="4" name="Picture 3" descr="ChatGPT Logo - Chat gpt Icon on White Background 21059827 ...">
            <a:extLst>
              <a:ext uri="{FF2B5EF4-FFF2-40B4-BE49-F238E27FC236}">
                <a16:creationId xmlns:a16="http://schemas.microsoft.com/office/drawing/2014/main" id="{122AB780-F627-AB1E-441F-1A7840589BBC}"/>
              </a:ext>
            </a:extLst>
          </p:cNvPr>
          <p:cNvPicPr>
            <a:picLocks noChangeAspect="1"/>
          </p:cNvPicPr>
          <p:nvPr/>
        </p:nvPicPr>
        <p:blipFill>
          <a:blip r:embed="rId2"/>
          <a:stretch>
            <a:fillRect/>
          </a:stretch>
        </p:blipFill>
        <p:spPr>
          <a:xfrm>
            <a:off x="9228966" y="1369577"/>
            <a:ext cx="1664262" cy="1623802"/>
          </a:xfrm>
          <a:prstGeom prst="rect">
            <a:avLst/>
          </a:prstGeom>
        </p:spPr>
      </p:pic>
      <p:pic>
        <p:nvPicPr>
          <p:cNvPr id="5" name="Picture 4" descr="Gemini Logo - símbolo, significado logotipo, historia, PNG">
            <a:extLst>
              <a:ext uri="{FF2B5EF4-FFF2-40B4-BE49-F238E27FC236}">
                <a16:creationId xmlns:a16="http://schemas.microsoft.com/office/drawing/2014/main" id="{7FF10CD5-D47B-0E67-C23C-225F5080B938}"/>
              </a:ext>
            </a:extLst>
          </p:cNvPr>
          <p:cNvPicPr>
            <a:picLocks noChangeAspect="1"/>
          </p:cNvPicPr>
          <p:nvPr/>
        </p:nvPicPr>
        <p:blipFill>
          <a:blip r:embed="rId3"/>
          <a:stretch>
            <a:fillRect/>
          </a:stretch>
        </p:blipFill>
        <p:spPr>
          <a:xfrm>
            <a:off x="840223" y="4404006"/>
            <a:ext cx="2743200" cy="1543050"/>
          </a:xfrm>
          <a:prstGeom prst="rect">
            <a:avLst/>
          </a:prstGeom>
        </p:spPr>
      </p:pic>
      <p:pic>
        <p:nvPicPr>
          <p:cNvPr id="6" name="Picture 5" descr="Anthropic Introduces Upgraded Generative AI Chatbot 'Claude 2' - Voicebot.ai">
            <a:extLst>
              <a:ext uri="{FF2B5EF4-FFF2-40B4-BE49-F238E27FC236}">
                <a16:creationId xmlns:a16="http://schemas.microsoft.com/office/drawing/2014/main" id="{A75BE47E-410F-0C64-D663-6DF607657B02}"/>
              </a:ext>
            </a:extLst>
          </p:cNvPr>
          <p:cNvPicPr>
            <a:picLocks noChangeAspect="1"/>
          </p:cNvPicPr>
          <p:nvPr/>
        </p:nvPicPr>
        <p:blipFill>
          <a:blip r:embed="rId4"/>
          <a:stretch>
            <a:fillRect/>
          </a:stretch>
        </p:blipFill>
        <p:spPr>
          <a:xfrm>
            <a:off x="4926700" y="4402741"/>
            <a:ext cx="2540900" cy="1687190"/>
          </a:xfrm>
          <a:prstGeom prst="rect">
            <a:avLst/>
          </a:prstGeom>
        </p:spPr>
      </p:pic>
    </p:spTree>
    <p:extLst>
      <p:ext uri="{BB962C8B-B14F-4D97-AF65-F5344CB8AC3E}">
        <p14:creationId xmlns:p14="http://schemas.microsoft.com/office/powerpoint/2010/main" val="244895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6CEE9E-CA3F-07DE-7992-5C5404490F37}"/>
              </a:ext>
            </a:extLst>
          </p:cNvPr>
          <p:cNvSpPr txBox="1"/>
          <p:nvPr/>
        </p:nvSpPr>
        <p:spPr>
          <a:xfrm>
            <a:off x="1564459" y="431575"/>
            <a:ext cx="805157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ea typeface="+mn-lt"/>
                <a:cs typeface="+mn-lt"/>
              </a:rPr>
              <a:t>Programming Exercises Using LLMs</a:t>
            </a:r>
            <a:endParaRPr lang="en-US" sz="2800"/>
          </a:p>
        </p:txBody>
      </p:sp>
      <p:sp>
        <p:nvSpPr>
          <p:cNvPr id="3" name="TextBox 2">
            <a:extLst>
              <a:ext uri="{FF2B5EF4-FFF2-40B4-BE49-F238E27FC236}">
                <a16:creationId xmlns:a16="http://schemas.microsoft.com/office/drawing/2014/main" id="{15A950E1-B4D4-A06B-19A4-15B9FFB5788A}"/>
              </a:ext>
            </a:extLst>
          </p:cNvPr>
          <p:cNvSpPr txBox="1"/>
          <p:nvPr/>
        </p:nvSpPr>
        <p:spPr>
          <a:xfrm>
            <a:off x="968348" y="1359462"/>
            <a:ext cx="92438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Easy Exercise: Print Fibonacci Sequence</a:t>
            </a:r>
          </a:p>
          <a:p>
            <a:pPr>
              <a:buFont typeface=""/>
              <a:buChar char="•"/>
            </a:pPr>
            <a:r>
              <a:rPr lang="en-US" dirty="0"/>
              <a:t>Task: Write a </a:t>
            </a:r>
            <a:r>
              <a:rPr lang="en-US" dirty="0" err="1"/>
              <a:t>javascript</a:t>
            </a:r>
            <a:r>
              <a:rPr lang="en-US" dirty="0"/>
              <a:t> function to print the Fibonacci sequence up to n terms.</a:t>
            </a:r>
          </a:p>
          <a:p>
            <a:pPr>
              <a:buFont typeface=""/>
              <a:buChar char="•"/>
            </a:pPr>
            <a:endParaRPr lang="en-US" dirty="0"/>
          </a:p>
          <a:p>
            <a:r>
              <a:rPr lang="en-US" b="1" dirty="0"/>
              <a:t>Medium Exercise: Build a Simple Calculator</a:t>
            </a:r>
            <a:endParaRPr lang="en-US" dirty="0"/>
          </a:p>
          <a:p>
            <a:pPr>
              <a:buFont typeface="Arial"/>
              <a:buChar char="•"/>
            </a:pPr>
            <a:r>
              <a:rPr lang="en-US" dirty="0">
                <a:ea typeface="+mn-lt"/>
                <a:cs typeface="+mn-lt"/>
              </a:rPr>
              <a:t>Task: Write a program with html, </a:t>
            </a:r>
            <a:r>
              <a:rPr lang="en-US" dirty="0" err="1">
                <a:ea typeface="+mn-lt"/>
                <a:cs typeface="+mn-lt"/>
              </a:rPr>
              <a:t>css</a:t>
            </a:r>
            <a:r>
              <a:rPr lang="en-US" dirty="0">
                <a:ea typeface="+mn-lt"/>
                <a:cs typeface="+mn-lt"/>
              </a:rPr>
              <a:t> and </a:t>
            </a:r>
            <a:r>
              <a:rPr lang="en-US" dirty="0" err="1">
                <a:ea typeface="+mn-lt"/>
                <a:cs typeface="+mn-lt"/>
              </a:rPr>
              <a:t>javascript</a:t>
            </a:r>
            <a:r>
              <a:rPr lang="en-US" dirty="0">
                <a:ea typeface="+mn-lt"/>
                <a:cs typeface="+mn-lt"/>
              </a:rPr>
              <a:t> that works as a standard calculator and returns the result of arithmetic operations correctly</a:t>
            </a:r>
          </a:p>
          <a:p>
            <a:pPr>
              <a:buFont typeface="Arial"/>
              <a:buChar char="•"/>
            </a:pPr>
            <a:endParaRPr lang="en-US" dirty="0"/>
          </a:p>
          <a:p>
            <a:r>
              <a:rPr lang="en-US" b="1" dirty="0"/>
              <a:t>Hard Exercise: Implement a Simple AI Tic-Tac-Toe Game</a:t>
            </a:r>
            <a:endParaRPr lang="en-US" dirty="0"/>
          </a:p>
          <a:p>
            <a:pPr>
              <a:buFont typeface="Arial"/>
              <a:buChar char="•"/>
            </a:pPr>
            <a:r>
              <a:rPr lang="en-US" dirty="0">
                <a:ea typeface="+mn-lt"/>
                <a:cs typeface="+mn-lt"/>
              </a:rPr>
              <a:t>Task: Write using html, </a:t>
            </a:r>
            <a:r>
              <a:rPr lang="en-US" dirty="0" err="1">
                <a:ea typeface="+mn-lt"/>
                <a:cs typeface="+mn-lt"/>
              </a:rPr>
              <a:t>css</a:t>
            </a:r>
            <a:r>
              <a:rPr lang="en-US" dirty="0">
                <a:ea typeface="+mn-lt"/>
                <a:cs typeface="+mn-lt"/>
              </a:rPr>
              <a:t> and </a:t>
            </a:r>
            <a:r>
              <a:rPr lang="en-US" dirty="0" err="1">
                <a:ea typeface="+mn-lt"/>
                <a:cs typeface="+mn-lt"/>
              </a:rPr>
              <a:t>javascript</a:t>
            </a:r>
            <a:r>
              <a:rPr lang="en-US" dirty="0">
                <a:ea typeface="+mn-lt"/>
                <a:cs typeface="+mn-lt"/>
              </a:rPr>
              <a:t> a Tic-Tac-Toe game that allows an AI plays against a user.</a:t>
            </a:r>
            <a:endParaRPr lang="en-US" dirty="0"/>
          </a:p>
          <a:p>
            <a:pPr>
              <a:buFont typeface="Arial"/>
              <a:buChar char="•"/>
            </a:pPr>
            <a:endParaRPr lang="en-US" dirty="0"/>
          </a:p>
          <a:p>
            <a:r>
              <a:rPr lang="en-US" dirty="0"/>
              <a:t>Proposal Exercises:</a:t>
            </a:r>
          </a:p>
          <a:p>
            <a:r>
              <a:rPr lang="en-US" dirty="0"/>
              <a:t>Task: Build a recursive problem for solving Hanoi's Towers (use any prog. language)</a:t>
            </a:r>
          </a:p>
          <a:p>
            <a:r>
              <a:rPr lang="en-US" b="1" dirty="0"/>
              <a:t>Task</a:t>
            </a:r>
            <a:r>
              <a:rPr lang="en-US" dirty="0"/>
              <a:t>: Build a web-based Tetris game using basic web technologies (HTML, CSS, and JavaScript).</a:t>
            </a:r>
          </a:p>
          <a:p>
            <a:pPr>
              <a:buFont typeface="Arial"/>
              <a:buChar char="•"/>
            </a:pPr>
            <a:endParaRPr lang="en-US" dirty="0">
              <a:ea typeface="+mn-lt"/>
              <a:cs typeface="+mn-lt"/>
            </a:endParaRPr>
          </a:p>
          <a:p>
            <a:pPr>
              <a:buFont typeface=""/>
              <a:buChar char="•"/>
            </a:pPr>
            <a:endParaRPr lang="en-US" dirty="0"/>
          </a:p>
        </p:txBody>
      </p:sp>
    </p:spTree>
    <p:extLst>
      <p:ext uri="{BB962C8B-B14F-4D97-AF65-F5344CB8AC3E}">
        <p14:creationId xmlns:p14="http://schemas.microsoft.com/office/powerpoint/2010/main" val="303365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FE712D-CCDA-BD08-A769-2C8823E4C25E}"/>
              </a:ext>
            </a:extLst>
          </p:cNvPr>
          <p:cNvSpPr txBox="1"/>
          <p:nvPr/>
        </p:nvSpPr>
        <p:spPr>
          <a:xfrm>
            <a:off x="745309" y="461162"/>
            <a:ext cx="10966225"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dirty="0"/>
              <a:t>Proposal Links</a:t>
            </a:r>
          </a:p>
          <a:p>
            <a:pPr algn="just"/>
            <a:endParaRPr lang="en-US" sz="2000" dirty="0"/>
          </a:p>
          <a:p>
            <a:pPr algn="just"/>
            <a:r>
              <a:rPr lang="en-US" sz="2000" dirty="0">
                <a:ea typeface="+mn-lt"/>
                <a:cs typeface="+mn-lt"/>
                <a:hlinkClick r:id="rId2">
                  <a:extLst>
                    <a:ext uri="{A12FA001-AC4F-418D-AE19-62706E023703}">
                      <ahyp:hlinkClr xmlns:ahyp="http://schemas.microsoft.com/office/drawing/2018/hyperlinkcolor" val="tx"/>
                    </a:ext>
                  </a:extLst>
                </a:hlinkClick>
              </a:rPr>
              <a:t>https://kms-technology.com/emerging-technologies/ai/how-to-choose-a-generative-ai-model.html</a:t>
            </a:r>
            <a:endParaRPr lang="en-US" sz="2000">
              <a:hlinkClick r:id="">
                <a:extLst>
                  <a:ext uri="{A12FA001-AC4F-418D-AE19-62706E023703}">
                    <ahyp:hlinkClr xmlns:ahyp="http://schemas.microsoft.com/office/drawing/2018/hyperlinkcolor" val="tx"/>
                  </a:ext>
                </a:extLst>
              </a:hlinkClick>
            </a:endParaRPr>
          </a:p>
          <a:p>
            <a:pPr algn="just"/>
            <a:endParaRPr lang="en-US" sz="2000" dirty="0">
              <a:ea typeface="+mn-lt"/>
              <a:cs typeface="+mn-lt"/>
            </a:endParaRPr>
          </a:p>
          <a:p>
            <a:pPr algn="just"/>
            <a:r>
              <a:rPr lang="en-US" sz="2000" dirty="0">
                <a:ea typeface="+mn-lt"/>
                <a:cs typeface="+mn-lt"/>
                <a:hlinkClick r:id="rId3">
                  <a:extLst>
                    <a:ext uri="{A12FA001-AC4F-418D-AE19-62706E023703}">
                      <ahyp:hlinkClr xmlns:ahyp="http://schemas.microsoft.com/office/drawing/2018/hyperlinkcolor" val="tx"/>
                    </a:ext>
                  </a:extLst>
                </a:hlinkClick>
              </a:rPr>
              <a:t>https://www.britannica.com/technology/Google-Gemini</a:t>
            </a:r>
            <a:endParaRPr lang="en-US" sz="2000" b="1"/>
          </a:p>
          <a:p>
            <a:pPr algn="just"/>
            <a:endParaRPr lang="en-US" sz="2000" dirty="0"/>
          </a:p>
          <a:p>
            <a:pPr algn="just"/>
            <a:r>
              <a:rPr lang="en-US" sz="2000" dirty="0">
                <a:hlinkClick r:id="rId4">
                  <a:extLst>
                    <a:ext uri="{A12FA001-AC4F-418D-AE19-62706E023703}">
                      <ahyp:hlinkClr xmlns:ahyp="http://schemas.microsoft.com/office/drawing/2018/hyperlinkcolor" val="tx"/>
                    </a:ext>
                  </a:extLst>
                </a:hlinkClick>
              </a:rPr>
              <a:t>Gemini vs Palm</a:t>
            </a:r>
            <a:endParaRPr lang="en-US" sz="2000" dirty="0"/>
          </a:p>
          <a:p>
            <a:pPr algn="just"/>
            <a:endParaRPr lang="en-US" sz="2000" dirty="0">
              <a:ea typeface="+mn-lt"/>
              <a:cs typeface="+mn-lt"/>
            </a:endParaRPr>
          </a:p>
          <a:p>
            <a:pPr algn="just"/>
            <a:r>
              <a:rPr lang="en-US" sz="2000" dirty="0">
                <a:ea typeface="+mn-lt"/>
                <a:cs typeface="+mn-lt"/>
                <a:hlinkClick r:id="rId5">
                  <a:extLst>
                    <a:ext uri="{A12FA001-AC4F-418D-AE19-62706E023703}">
                      <ahyp:hlinkClr xmlns:ahyp="http://schemas.microsoft.com/office/drawing/2018/hyperlinkcolor" val="tx"/>
                    </a:ext>
                  </a:extLst>
                </a:hlinkClick>
              </a:rPr>
              <a:t>https://leaddev.com/tech/11-generative-ai-programming-tools-developers</a:t>
            </a:r>
            <a:endParaRPr lang="en-US" sz="2000" dirty="0"/>
          </a:p>
          <a:p>
            <a:pPr algn="just"/>
            <a:endParaRPr lang="en-US" sz="2000" dirty="0"/>
          </a:p>
          <a:p>
            <a:pPr algn="just"/>
            <a:r>
              <a:rPr lang="en-US" sz="2000" dirty="0">
                <a:ea typeface="+mn-lt"/>
                <a:cs typeface="+mn-lt"/>
                <a:hlinkClick r:id="rId6">
                  <a:extLst>
                    <a:ext uri="{A12FA001-AC4F-418D-AE19-62706E023703}">
                      <ahyp:hlinkClr xmlns:ahyp="http://schemas.microsoft.com/office/drawing/2018/hyperlinkcolor" val="tx"/>
                    </a:ext>
                  </a:extLst>
                </a:hlinkClick>
              </a:rPr>
              <a:t>https://www.oracle.com/sa/artificial-intelligence/generative-ai/generative-ai-software-development/</a:t>
            </a:r>
          </a:p>
          <a:p>
            <a:pPr algn="just"/>
            <a:endParaRPr lang="en-US" sz="2000" dirty="0"/>
          </a:p>
          <a:p>
            <a:pPr algn="just"/>
            <a:r>
              <a:rPr lang="en-US" sz="2000" dirty="0">
                <a:solidFill>
                  <a:schemeClr val="tx1">
                    <a:lumMod val="95000"/>
                    <a:lumOff val="5000"/>
                  </a:schemeClr>
                </a:solidFill>
                <a:ea typeface="+mn-lt"/>
                <a:cs typeface="+mn-lt"/>
                <a:hlinkClick r:id="rId7">
                  <a:extLst>
                    <a:ext uri="{A12FA001-AC4F-418D-AE19-62706E023703}">
                      <ahyp:hlinkClr xmlns:ahyp="http://schemas.microsoft.com/office/drawing/2018/hyperlinkcolor" val="tx"/>
                    </a:ext>
                  </a:extLst>
                </a:hlinkClick>
              </a:rPr>
              <a:t>https://www.hopsworks.ai/dictionary/llm-temperature</a:t>
            </a:r>
            <a:endParaRPr lang="en-US">
              <a:solidFill>
                <a:schemeClr val="tx1">
                  <a:lumMod val="95000"/>
                  <a:lumOff val="5000"/>
                </a:schemeClr>
              </a:solidFill>
              <a:hlinkClick r:id="rId7">
                <a:extLst>
                  <a:ext uri="{A12FA001-AC4F-418D-AE19-62706E023703}">
                    <ahyp:hlinkClr xmlns:ahyp="http://schemas.microsoft.com/office/drawing/2018/hyperlinkcolor" val="tx"/>
                  </a:ext>
                </a:extLst>
              </a:hlinkClick>
            </a:endParaRPr>
          </a:p>
          <a:p>
            <a:pPr algn="just"/>
            <a:endParaRPr lang="en-US" sz="2000" dirty="0">
              <a:solidFill>
                <a:schemeClr val="tx1">
                  <a:lumMod val="95000"/>
                  <a:lumOff val="5000"/>
                </a:schemeClr>
              </a:solidFill>
            </a:endParaRPr>
          </a:p>
          <a:p>
            <a:pPr algn="just"/>
            <a:endParaRPr lang="en-US" sz="2000" dirty="0"/>
          </a:p>
          <a:p>
            <a:pPr algn="just"/>
            <a:endParaRPr lang="en-US" sz="2000" dirty="0"/>
          </a:p>
          <a:p>
            <a:pPr algn="ctr"/>
            <a:endParaRPr lang="en-US" sz="2000" dirty="0"/>
          </a:p>
          <a:p>
            <a:pPr algn="ctr"/>
            <a:endParaRPr lang="en-US" sz="2000" dirty="0"/>
          </a:p>
        </p:txBody>
      </p:sp>
    </p:spTree>
    <p:extLst>
      <p:ext uri="{BB962C8B-B14F-4D97-AF65-F5344CB8AC3E}">
        <p14:creationId xmlns:p14="http://schemas.microsoft.com/office/powerpoint/2010/main" val="3541783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lue text on a black background&#10;&#10;Description automatically generated">
            <a:extLst>
              <a:ext uri="{FF2B5EF4-FFF2-40B4-BE49-F238E27FC236}">
                <a16:creationId xmlns:a16="http://schemas.microsoft.com/office/drawing/2014/main" id="{D785E69B-5295-B8F0-EEB5-F45D42370707}"/>
              </a:ext>
            </a:extLst>
          </p:cNvPr>
          <p:cNvPicPr>
            <a:picLocks noChangeAspect="1"/>
          </p:cNvPicPr>
          <p:nvPr/>
        </p:nvPicPr>
        <p:blipFill>
          <a:blip r:embed="rId2"/>
          <a:stretch>
            <a:fillRect/>
          </a:stretch>
        </p:blipFill>
        <p:spPr>
          <a:xfrm>
            <a:off x="0" y="2928"/>
            <a:ext cx="12192000" cy="6852145"/>
          </a:xfrm>
          <a:prstGeom prst="rect">
            <a:avLst/>
          </a:prstGeom>
        </p:spPr>
      </p:pic>
    </p:spTree>
    <p:extLst>
      <p:ext uri="{BB962C8B-B14F-4D97-AF65-F5344CB8AC3E}">
        <p14:creationId xmlns:p14="http://schemas.microsoft.com/office/powerpoint/2010/main" val="8571159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202</cp:revision>
  <dcterms:created xsi:type="dcterms:W3CDTF">2024-10-18T02:53:38Z</dcterms:created>
  <dcterms:modified xsi:type="dcterms:W3CDTF">2024-10-21T13:48:13Z</dcterms:modified>
</cp:coreProperties>
</file>