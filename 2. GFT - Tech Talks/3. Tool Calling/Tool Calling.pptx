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Arial Black"/>
      <p:regular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g+9am9mgJl6rSuC83nsYfQpZe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ArialBlack-regular.fntdata"/><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7340f601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97340f601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97340f6012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97340f6012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f03f8ae8a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g3df03f8ae8a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13"/>
          <p:cNvGrpSpPr/>
          <p:nvPr/>
        </p:nvGrpSpPr>
        <p:grpSpPr>
          <a:xfrm>
            <a:off x="0" y="-8467"/>
            <a:ext cx="12192000" cy="6866467"/>
            <a:chOff x="0" y="-8467"/>
            <a:chExt cx="12192000" cy="6866467"/>
          </a:xfrm>
        </p:grpSpPr>
        <p:cxnSp>
          <p:nvCxnSpPr>
            <p:cNvPr id="24" name="Google Shape;24;p13"/>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25" name="Google Shape;25;p13"/>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26" name="Google Shape;26;p13"/>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27" name="Google Shape;27;p13"/>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8" name="Google Shape;28;p13"/>
            <p:cNvSpPr/>
            <p:nvPr/>
          </p:nvSpPr>
          <p:spPr>
            <a:xfrm>
              <a:off x="8932333" y="3048000"/>
              <a:ext cx="3259667" cy="3810000"/>
            </a:xfrm>
            <a:prstGeom prst="triangle">
              <a:avLst>
                <a:gd fmla="val 100000" name="adj"/>
              </a:avLst>
            </a:prstGeom>
            <a:solidFill>
              <a:schemeClr val="accent2">
                <a:alpha val="7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3"/>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30" name="Google Shape;30;p13"/>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31" name="Google Shape;31;p13"/>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32" name="Google Shape;32;p13"/>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3"/>
            <p:cNvSpPr/>
            <p:nvPr/>
          </p:nvSpPr>
          <p:spPr>
            <a:xfrm rot="10800000">
              <a:off x="0" y="0"/>
              <a:ext cx="842596" cy="5666154"/>
            </a:xfrm>
            <a:prstGeom prst="triangle">
              <a:avLst>
                <a:gd fmla="val 100000" name="adj"/>
              </a:avLst>
            </a:prstGeom>
            <a:solidFill>
              <a:schemeClr val="accent1">
                <a:alpha val="8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p13"/>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Clr>
                <a:schemeClr val="accent1"/>
              </a:buClr>
              <a:buSzPts val="5400"/>
              <a:buFont typeface="Trebuchet MS"/>
              <a:buNone/>
              <a:defRPr sz="5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3"/>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lnSpc>
                <a:spcPct val="100000"/>
              </a:lnSpc>
              <a:spcBef>
                <a:spcPts val="1000"/>
              </a:spcBef>
              <a:spcAft>
                <a:spcPts val="0"/>
              </a:spcAft>
              <a:buSzPts val="1440"/>
              <a:buNone/>
              <a:defRPr>
                <a:solidFill>
                  <a:srgbClr val="7F7F7F"/>
                </a:solidFill>
              </a:defRPr>
            </a:lvl1pPr>
            <a:lvl2pPr lvl="1" algn="ctr">
              <a:lnSpc>
                <a:spcPct val="100000"/>
              </a:lnSpc>
              <a:spcBef>
                <a:spcPts val="1000"/>
              </a:spcBef>
              <a:spcAft>
                <a:spcPts val="0"/>
              </a:spcAft>
              <a:buSzPts val="1280"/>
              <a:buNone/>
              <a:defRPr>
                <a:solidFill>
                  <a:srgbClr val="888888"/>
                </a:solidFill>
              </a:defRPr>
            </a:lvl2pPr>
            <a:lvl3pPr lvl="2" algn="ctr">
              <a:lnSpc>
                <a:spcPct val="100000"/>
              </a:lnSpc>
              <a:spcBef>
                <a:spcPts val="1000"/>
              </a:spcBef>
              <a:spcAft>
                <a:spcPts val="0"/>
              </a:spcAft>
              <a:buSzPts val="1120"/>
              <a:buNone/>
              <a:defRPr>
                <a:solidFill>
                  <a:srgbClr val="888888"/>
                </a:solidFill>
              </a:defRPr>
            </a:lvl3pPr>
            <a:lvl4pPr lvl="3" algn="ctr">
              <a:lnSpc>
                <a:spcPct val="100000"/>
              </a:lnSpc>
              <a:spcBef>
                <a:spcPts val="1000"/>
              </a:spcBef>
              <a:spcAft>
                <a:spcPts val="0"/>
              </a:spcAft>
              <a:buSzPts val="960"/>
              <a:buNone/>
              <a:defRPr>
                <a:solidFill>
                  <a:srgbClr val="888888"/>
                </a:solidFill>
              </a:defRPr>
            </a:lvl4pPr>
            <a:lvl5pPr lvl="4" algn="ctr">
              <a:lnSpc>
                <a:spcPct val="100000"/>
              </a:lnSpc>
              <a:spcBef>
                <a:spcPts val="1000"/>
              </a:spcBef>
              <a:spcAft>
                <a:spcPts val="0"/>
              </a:spcAft>
              <a:buSzPts val="960"/>
              <a:buNone/>
              <a:defRPr>
                <a:solidFill>
                  <a:srgbClr val="888888"/>
                </a:solidFill>
              </a:defRPr>
            </a:lvl5pPr>
            <a:lvl6pPr lvl="5" algn="ctr">
              <a:lnSpc>
                <a:spcPct val="100000"/>
              </a:lnSpc>
              <a:spcBef>
                <a:spcPts val="1000"/>
              </a:spcBef>
              <a:spcAft>
                <a:spcPts val="0"/>
              </a:spcAft>
              <a:buSzPts val="960"/>
              <a:buNone/>
              <a:defRPr>
                <a:solidFill>
                  <a:srgbClr val="888888"/>
                </a:solidFill>
              </a:defRPr>
            </a:lvl6pPr>
            <a:lvl7pPr lvl="6" algn="ctr">
              <a:lnSpc>
                <a:spcPct val="100000"/>
              </a:lnSpc>
              <a:spcBef>
                <a:spcPts val="1000"/>
              </a:spcBef>
              <a:spcAft>
                <a:spcPts val="0"/>
              </a:spcAft>
              <a:buSzPts val="960"/>
              <a:buNone/>
              <a:defRPr>
                <a:solidFill>
                  <a:srgbClr val="888888"/>
                </a:solidFill>
              </a:defRPr>
            </a:lvl7pPr>
            <a:lvl8pPr lvl="7" algn="ctr">
              <a:lnSpc>
                <a:spcPct val="100000"/>
              </a:lnSpc>
              <a:spcBef>
                <a:spcPts val="1000"/>
              </a:spcBef>
              <a:spcAft>
                <a:spcPts val="0"/>
              </a:spcAft>
              <a:buSzPts val="960"/>
              <a:buNone/>
              <a:defRPr>
                <a:solidFill>
                  <a:srgbClr val="888888"/>
                </a:solidFill>
              </a:defRPr>
            </a:lvl8pPr>
            <a:lvl9pPr lvl="8" algn="ctr">
              <a:lnSpc>
                <a:spcPct val="100000"/>
              </a:lnSpc>
              <a:spcBef>
                <a:spcPts val="1000"/>
              </a:spcBef>
              <a:spcAft>
                <a:spcPts val="0"/>
              </a:spcAft>
              <a:buSzPts val="960"/>
              <a:buNone/>
              <a:defRPr>
                <a:solidFill>
                  <a:srgbClr val="888888"/>
                </a:solidFill>
              </a:defRPr>
            </a:lvl9pPr>
          </a:lstStyle>
          <a:p/>
        </p:txBody>
      </p:sp>
      <p:sp>
        <p:nvSpPr>
          <p:cNvPr id="36" name="Google Shape;36;p1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p1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1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Trebuchet MS"/>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46" name="Google Shape;46;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16"/>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4000"/>
              <a:buFont typeface="Trebuchet MS"/>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6"/>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a:solidFill>
                  <a:srgbClr val="7F7F7F"/>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52" name="Google Shape;52;p1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1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7"/>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58" name="Google Shape;58;p17"/>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59" name="Google Shape;59;p1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1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Trebuchet MS"/>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8"/>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65" name="Google Shape;65;p18"/>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66" name="Google Shape;66;p18"/>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67" name="Google Shape;67;p18"/>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68" name="Google Shape;68;p1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1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20"/>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000"/>
              <a:buFont typeface="Trebuchet MS"/>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0"/>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79" name="Google Shape;79;p20"/>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1120"/>
              <a:buNone/>
              <a:defRPr sz="1400"/>
            </a:lvl2pPr>
            <a:lvl3pPr indent="-228600" lvl="2" marL="1371600" algn="l">
              <a:lnSpc>
                <a:spcPct val="100000"/>
              </a:lnSpc>
              <a:spcBef>
                <a:spcPts val="1000"/>
              </a:spcBef>
              <a:spcAft>
                <a:spcPts val="0"/>
              </a:spcAft>
              <a:buSzPts val="960"/>
              <a:buNone/>
              <a:defRPr sz="1200"/>
            </a:lvl3pPr>
            <a:lvl4pPr indent="-228600" lvl="3" marL="1828800" algn="l">
              <a:lnSpc>
                <a:spcPct val="100000"/>
              </a:lnSpc>
              <a:spcBef>
                <a:spcPts val="1000"/>
              </a:spcBef>
              <a:spcAft>
                <a:spcPts val="0"/>
              </a:spcAft>
              <a:buSzPts val="800"/>
              <a:buNone/>
              <a:defRPr sz="1000"/>
            </a:lvl4pPr>
            <a:lvl5pPr indent="-228600" lvl="4" marL="2286000" algn="l">
              <a:lnSpc>
                <a:spcPct val="100000"/>
              </a:lnSpc>
              <a:spcBef>
                <a:spcPts val="1000"/>
              </a:spcBef>
              <a:spcAft>
                <a:spcPts val="0"/>
              </a:spcAft>
              <a:buSzPts val="800"/>
              <a:buNone/>
              <a:defRPr sz="1000"/>
            </a:lvl5pPr>
            <a:lvl6pPr indent="-228600" lvl="5" marL="2743200" algn="l">
              <a:lnSpc>
                <a:spcPct val="100000"/>
              </a:lnSpc>
              <a:spcBef>
                <a:spcPts val="1000"/>
              </a:spcBef>
              <a:spcAft>
                <a:spcPts val="0"/>
              </a:spcAft>
              <a:buSzPts val="800"/>
              <a:buNone/>
              <a:defRPr sz="1000"/>
            </a:lvl6pPr>
            <a:lvl7pPr indent="-228600" lvl="6" marL="3200400" algn="l">
              <a:lnSpc>
                <a:spcPct val="100000"/>
              </a:lnSpc>
              <a:spcBef>
                <a:spcPts val="1000"/>
              </a:spcBef>
              <a:spcAft>
                <a:spcPts val="0"/>
              </a:spcAft>
              <a:buSzPts val="800"/>
              <a:buNone/>
              <a:defRPr sz="1000"/>
            </a:lvl7pPr>
            <a:lvl8pPr indent="-228600" lvl="7" marL="3657600" algn="l">
              <a:lnSpc>
                <a:spcPct val="100000"/>
              </a:lnSpc>
              <a:spcBef>
                <a:spcPts val="1000"/>
              </a:spcBef>
              <a:spcAft>
                <a:spcPts val="0"/>
              </a:spcAft>
              <a:buSzPts val="800"/>
              <a:buNone/>
              <a:defRPr sz="1000"/>
            </a:lvl8pPr>
            <a:lvl9pPr indent="-228600" lvl="8" marL="4114800" algn="l">
              <a:lnSpc>
                <a:spcPct val="100000"/>
              </a:lnSpc>
              <a:spcBef>
                <a:spcPts val="1000"/>
              </a:spcBef>
              <a:spcAft>
                <a:spcPts val="0"/>
              </a:spcAft>
              <a:buSzPts val="800"/>
              <a:buNone/>
              <a:defRPr sz="1000"/>
            </a:lvl9pPr>
          </a:lstStyle>
          <a:p/>
        </p:txBody>
      </p:sp>
      <p:sp>
        <p:nvSpPr>
          <p:cNvPr id="80" name="Google Shape;80;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21"/>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400"/>
              <a:buFont typeface="Trebuchet MS"/>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1"/>
          <p:cNvSpPr/>
          <p:nvPr>
            <p:ph idx="2" type="pic"/>
          </p:nvPr>
        </p:nvSpPr>
        <p:spPr>
          <a:xfrm>
            <a:off x="677334" y="609600"/>
            <a:ext cx="8596668" cy="3845718"/>
          </a:xfrm>
          <a:prstGeom prst="rect">
            <a:avLst/>
          </a:prstGeom>
          <a:noFill/>
          <a:ln>
            <a:noFill/>
          </a:ln>
        </p:spPr>
      </p:sp>
      <p:sp>
        <p:nvSpPr>
          <p:cNvPr id="86" name="Google Shape;86;p21"/>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960"/>
              <a:buNone/>
              <a:defRPr sz="12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87" name="Google Shape;87;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0" name="Shape 90"/>
        <p:cNvGrpSpPr/>
        <p:nvPr/>
      </p:nvGrpSpPr>
      <p:grpSpPr>
        <a:xfrm>
          <a:off x="0" y="0"/>
          <a:ext cx="0" cy="0"/>
          <a:chOff x="0" y="0"/>
          <a:chExt cx="0" cy="0"/>
        </a:xfrm>
      </p:grpSpPr>
      <p:sp>
        <p:nvSpPr>
          <p:cNvPr id="91" name="Google Shape;91;p22"/>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400"/>
              <a:buFont typeface="Trebuchet MS"/>
              <a:buNone/>
              <a:defRPr b="0"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2"/>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solidFill>
                  <a:srgbClr val="3F3F3F"/>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93" name="Google Shape;93;p2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6" name="Shape 96"/>
        <p:cNvGrpSpPr/>
        <p:nvPr/>
      </p:nvGrpSpPr>
      <p:grpSpPr>
        <a:xfrm>
          <a:off x="0" y="0"/>
          <a:ext cx="0" cy="0"/>
          <a:chOff x="0" y="0"/>
          <a:chExt cx="0" cy="0"/>
        </a:xfrm>
      </p:grpSpPr>
      <p:sp>
        <p:nvSpPr>
          <p:cNvPr id="97" name="Google Shape;97;p23"/>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400"/>
              <a:buFont typeface="Trebuchet MS"/>
              <a:buNone/>
              <a:defRPr b="0"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3"/>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SzPts val="1280"/>
              <a:buFont typeface="Trebuchet MS"/>
              <a:buNone/>
              <a:defRPr sz="1600">
                <a:solidFill>
                  <a:srgbClr val="7F7F7F"/>
                </a:solidFill>
              </a:defRPr>
            </a:lvl1pPr>
            <a:lvl2pPr indent="-228600" lvl="1" marL="914400" algn="l">
              <a:lnSpc>
                <a:spcPct val="100000"/>
              </a:lnSpc>
              <a:spcBef>
                <a:spcPts val="1000"/>
              </a:spcBef>
              <a:spcAft>
                <a:spcPts val="0"/>
              </a:spcAft>
              <a:buSzPts val="1280"/>
              <a:buFont typeface="Trebuchet MS"/>
              <a:buNone/>
              <a:defRPr/>
            </a:lvl2pPr>
            <a:lvl3pPr indent="-228600" lvl="2" marL="1371600" algn="l">
              <a:lnSpc>
                <a:spcPct val="100000"/>
              </a:lnSpc>
              <a:spcBef>
                <a:spcPts val="1000"/>
              </a:spcBef>
              <a:spcAft>
                <a:spcPts val="0"/>
              </a:spcAft>
              <a:buSzPts val="1120"/>
              <a:buFont typeface="Trebuchet MS"/>
              <a:buNone/>
              <a:defRPr/>
            </a:lvl3pPr>
            <a:lvl4pPr indent="-228600" lvl="3" marL="1828800" algn="l">
              <a:lnSpc>
                <a:spcPct val="100000"/>
              </a:lnSpc>
              <a:spcBef>
                <a:spcPts val="1000"/>
              </a:spcBef>
              <a:spcAft>
                <a:spcPts val="0"/>
              </a:spcAft>
              <a:buSzPts val="960"/>
              <a:buFont typeface="Trebuchet MS"/>
              <a:buNone/>
              <a:defRPr/>
            </a:lvl4pPr>
            <a:lvl5pPr indent="-228600" lvl="4" marL="2286000" algn="l">
              <a:lnSpc>
                <a:spcPct val="100000"/>
              </a:lnSpc>
              <a:spcBef>
                <a:spcPts val="1000"/>
              </a:spcBef>
              <a:spcAft>
                <a:spcPts val="0"/>
              </a:spcAft>
              <a:buSzPts val="960"/>
              <a:buFont typeface="Trebuchet MS"/>
              <a:buNone/>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99" name="Google Shape;99;p23"/>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solidFill>
                  <a:srgbClr val="3F3F3F"/>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100" name="Google Shape;100;p2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103" name="Google Shape;103;p23"/>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rgbClr val="BFE47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04" name="Google Shape;104;p23"/>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rgbClr val="BFE471"/>
                </a:solidFill>
                <a:latin typeface="Arial"/>
                <a:ea typeface="Arial"/>
                <a:cs typeface="Arial"/>
                <a:sym typeface="Arial"/>
              </a:rPr>
              <a:t>”</a:t>
            </a:r>
            <a:endParaRPr b="0" i="0" sz="1800" u="none" cap="none" strike="noStrike">
              <a:solidFill>
                <a:srgbClr val="BFE47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5" name="Shape 105"/>
        <p:cNvGrpSpPr/>
        <p:nvPr/>
      </p:nvGrpSpPr>
      <p:grpSpPr>
        <a:xfrm>
          <a:off x="0" y="0"/>
          <a:ext cx="0" cy="0"/>
          <a:chOff x="0" y="0"/>
          <a:chExt cx="0" cy="0"/>
        </a:xfrm>
      </p:grpSpPr>
      <p:sp>
        <p:nvSpPr>
          <p:cNvPr id="106" name="Google Shape;106;p24"/>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4400"/>
              <a:buFont typeface="Trebuchet MS"/>
              <a:buNone/>
              <a:defRPr b="0"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24"/>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440"/>
              <a:buNone/>
              <a:defRPr sz="1800">
                <a:solidFill>
                  <a:srgbClr val="3F3F3F"/>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108" name="Google Shape;108;p2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2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1" name="Shape 111"/>
        <p:cNvGrpSpPr/>
        <p:nvPr/>
      </p:nvGrpSpPr>
      <p:grpSpPr>
        <a:xfrm>
          <a:off x="0" y="0"/>
          <a:ext cx="0" cy="0"/>
          <a:chOff x="0" y="0"/>
          <a:chExt cx="0" cy="0"/>
        </a:xfrm>
      </p:grpSpPr>
      <p:sp>
        <p:nvSpPr>
          <p:cNvPr id="112" name="Google Shape;112;p25"/>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400"/>
              <a:buFont typeface="Trebuchet MS"/>
              <a:buNone/>
              <a:defRPr b="0"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25"/>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Font typeface="Trebuchet MS"/>
              <a:buNone/>
              <a:defRPr sz="2400">
                <a:solidFill>
                  <a:srgbClr val="3F3F3F"/>
                </a:solidFill>
              </a:defRPr>
            </a:lvl1pPr>
            <a:lvl2pPr indent="-228600" lvl="1" marL="914400" algn="l">
              <a:lnSpc>
                <a:spcPct val="100000"/>
              </a:lnSpc>
              <a:spcBef>
                <a:spcPts val="1000"/>
              </a:spcBef>
              <a:spcAft>
                <a:spcPts val="0"/>
              </a:spcAft>
              <a:buSzPts val="1280"/>
              <a:buFont typeface="Trebuchet MS"/>
              <a:buNone/>
              <a:defRPr/>
            </a:lvl2pPr>
            <a:lvl3pPr indent="-228600" lvl="2" marL="1371600" algn="l">
              <a:lnSpc>
                <a:spcPct val="100000"/>
              </a:lnSpc>
              <a:spcBef>
                <a:spcPts val="1000"/>
              </a:spcBef>
              <a:spcAft>
                <a:spcPts val="0"/>
              </a:spcAft>
              <a:buSzPts val="1120"/>
              <a:buFont typeface="Trebuchet MS"/>
              <a:buNone/>
              <a:defRPr/>
            </a:lvl3pPr>
            <a:lvl4pPr indent="-228600" lvl="3" marL="1828800" algn="l">
              <a:lnSpc>
                <a:spcPct val="100000"/>
              </a:lnSpc>
              <a:spcBef>
                <a:spcPts val="1000"/>
              </a:spcBef>
              <a:spcAft>
                <a:spcPts val="0"/>
              </a:spcAft>
              <a:buSzPts val="960"/>
              <a:buFont typeface="Trebuchet MS"/>
              <a:buNone/>
              <a:defRPr/>
            </a:lvl4pPr>
            <a:lvl5pPr indent="-228600" lvl="4" marL="2286000" algn="l">
              <a:lnSpc>
                <a:spcPct val="100000"/>
              </a:lnSpc>
              <a:spcBef>
                <a:spcPts val="1000"/>
              </a:spcBef>
              <a:spcAft>
                <a:spcPts val="0"/>
              </a:spcAft>
              <a:buSzPts val="960"/>
              <a:buFont typeface="Trebuchet MS"/>
              <a:buNone/>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14" name="Google Shape;114;p25"/>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440"/>
              <a:buNone/>
              <a:defRPr sz="1800">
                <a:solidFill>
                  <a:srgbClr val="7F7F7F"/>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115" name="Google Shape;115;p2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2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25"/>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rgbClr val="BFE47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19" name="Google Shape;119;p25"/>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rgbClr val="BFE47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0" name="Shape 120"/>
        <p:cNvGrpSpPr/>
        <p:nvPr/>
      </p:nvGrpSpPr>
      <p:grpSpPr>
        <a:xfrm>
          <a:off x="0" y="0"/>
          <a:ext cx="0" cy="0"/>
          <a:chOff x="0" y="0"/>
          <a:chExt cx="0" cy="0"/>
        </a:xfrm>
      </p:grpSpPr>
      <p:sp>
        <p:nvSpPr>
          <p:cNvPr id="121" name="Google Shape;121;p26"/>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4400"/>
              <a:buFont typeface="Trebuchet MS"/>
              <a:buNone/>
              <a:defRPr b="0" sz="4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26"/>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Font typeface="Trebuchet MS"/>
              <a:buNone/>
              <a:defRPr sz="2400">
                <a:solidFill>
                  <a:schemeClr val="accent1"/>
                </a:solidFill>
              </a:defRPr>
            </a:lvl1pPr>
            <a:lvl2pPr indent="-228600" lvl="1" marL="914400" algn="l">
              <a:lnSpc>
                <a:spcPct val="100000"/>
              </a:lnSpc>
              <a:spcBef>
                <a:spcPts val="1000"/>
              </a:spcBef>
              <a:spcAft>
                <a:spcPts val="0"/>
              </a:spcAft>
              <a:buSzPts val="1280"/>
              <a:buFont typeface="Trebuchet MS"/>
              <a:buNone/>
              <a:defRPr/>
            </a:lvl2pPr>
            <a:lvl3pPr indent="-228600" lvl="2" marL="1371600" algn="l">
              <a:lnSpc>
                <a:spcPct val="100000"/>
              </a:lnSpc>
              <a:spcBef>
                <a:spcPts val="1000"/>
              </a:spcBef>
              <a:spcAft>
                <a:spcPts val="0"/>
              </a:spcAft>
              <a:buSzPts val="1120"/>
              <a:buFont typeface="Trebuchet MS"/>
              <a:buNone/>
              <a:defRPr/>
            </a:lvl3pPr>
            <a:lvl4pPr indent="-228600" lvl="3" marL="1828800" algn="l">
              <a:lnSpc>
                <a:spcPct val="100000"/>
              </a:lnSpc>
              <a:spcBef>
                <a:spcPts val="1000"/>
              </a:spcBef>
              <a:spcAft>
                <a:spcPts val="0"/>
              </a:spcAft>
              <a:buSzPts val="960"/>
              <a:buFont typeface="Trebuchet MS"/>
              <a:buNone/>
              <a:defRPr/>
            </a:lvl4pPr>
            <a:lvl5pPr indent="-228600" lvl="4" marL="2286000" algn="l">
              <a:lnSpc>
                <a:spcPct val="100000"/>
              </a:lnSpc>
              <a:spcBef>
                <a:spcPts val="1000"/>
              </a:spcBef>
              <a:spcAft>
                <a:spcPts val="0"/>
              </a:spcAft>
              <a:buSzPts val="960"/>
              <a:buFont typeface="Trebuchet MS"/>
              <a:buNone/>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23" name="Google Shape;123;p26"/>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440"/>
              <a:buNone/>
              <a:defRPr sz="1800">
                <a:solidFill>
                  <a:srgbClr val="7F7F7F"/>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124" name="Google Shape;124;p2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2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2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7" name="Shape 127"/>
        <p:cNvGrpSpPr/>
        <p:nvPr/>
      </p:nvGrpSpPr>
      <p:grpSpPr>
        <a:xfrm>
          <a:off x="0" y="0"/>
          <a:ext cx="0" cy="0"/>
          <a:chOff x="0" y="0"/>
          <a:chExt cx="0" cy="0"/>
        </a:xfrm>
      </p:grpSpPr>
      <p:sp>
        <p:nvSpPr>
          <p:cNvPr id="128" name="Google Shape;128;p2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27"/>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30" name="Google Shape;130;p2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2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2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3" name="Shape 133"/>
        <p:cNvGrpSpPr/>
        <p:nvPr/>
      </p:nvGrpSpPr>
      <p:grpSpPr>
        <a:xfrm>
          <a:off x="0" y="0"/>
          <a:ext cx="0" cy="0"/>
          <a:chOff x="0" y="0"/>
          <a:chExt cx="0" cy="0"/>
        </a:xfrm>
      </p:grpSpPr>
      <p:sp>
        <p:nvSpPr>
          <p:cNvPr id="134" name="Google Shape;134;p28"/>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8"/>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36" name="Google Shape;136;p2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2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2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12"/>
          <p:cNvGrpSpPr/>
          <p:nvPr/>
        </p:nvGrpSpPr>
        <p:grpSpPr>
          <a:xfrm>
            <a:off x="0" y="-8467"/>
            <a:ext cx="12192000" cy="6866467"/>
            <a:chOff x="0" y="-8467"/>
            <a:chExt cx="12192000" cy="6866467"/>
          </a:xfrm>
        </p:grpSpPr>
        <p:cxnSp>
          <p:nvCxnSpPr>
            <p:cNvPr id="7" name="Google Shape;7;p12"/>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8" name="Google Shape;8;p12"/>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9" name="Google Shape;9;p12"/>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10" name="Google Shape;10;p12"/>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12"/>
            <p:cNvSpPr/>
            <p:nvPr/>
          </p:nvSpPr>
          <p:spPr>
            <a:xfrm>
              <a:off x="8932333" y="3048000"/>
              <a:ext cx="3259667" cy="3810000"/>
            </a:xfrm>
            <a:prstGeom prst="triangle">
              <a:avLst>
                <a:gd fmla="val 100000" name="adj"/>
              </a:avLst>
            </a:prstGeom>
            <a:solidFill>
              <a:schemeClr val="accent2">
                <a:alpha val="7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2"/>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13" name="Google Shape;13;p12"/>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14" name="Google Shape;14;p12"/>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15" name="Google Shape;15;p12"/>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2"/>
            <p:cNvSpPr/>
            <p:nvPr/>
          </p:nvSpPr>
          <p:spPr>
            <a:xfrm>
              <a:off x="0" y="4013200"/>
              <a:ext cx="448733" cy="2844800"/>
            </a:xfrm>
            <a:prstGeom prst="triangle">
              <a:avLst>
                <a:gd fmla="val 0" name="adj"/>
              </a:avLst>
            </a:prstGeom>
            <a:solidFill>
              <a:schemeClr val="accent1">
                <a:alpha val="85098"/>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 name="Google Shape;17;p1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12"/>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100000"/>
              </a:lnSpc>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lnSpc>
                <a:spcPct val="100000"/>
              </a:lnSpc>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lnSpc>
                <a:spcPct val="100000"/>
              </a:lnSpc>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19" name="Google Shape;19;p1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900" u="none" cap="none" strike="noStrike">
                <a:solidFill>
                  <a:srgbClr val="888888"/>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9pPr>
          </a:lstStyle>
          <a:p/>
        </p:txBody>
      </p:sp>
      <p:sp>
        <p:nvSpPr>
          <p:cNvPr id="20" name="Google Shape;20;p1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rebuchet MS"/>
                <a:ea typeface="Trebuchet MS"/>
                <a:cs typeface="Trebuchet MS"/>
                <a:sym typeface="Trebuchet MS"/>
              </a:defRPr>
            </a:lvl9pPr>
          </a:lstStyle>
          <a:p/>
        </p:txBody>
      </p:sp>
      <p:sp>
        <p:nvSpPr>
          <p:cNvPr id="21" name="Google Shape;21;p1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docs.anthropic.com/en/api/getting-starte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descr="Background pattern&#10;&#10;Description automatically generated" id="143" name="Google Shape;143;p1"/>
          <p:cNvPicPr preferRelativeResize="0"/>
          <p:nvPr/>
        </p:nvPicPr>
        <p:blipFill rotWithShape="1">
          <a:blip r:embed="rId3">
            <a:alphaModFix/>
          </a:blip>
          <a:srcRect b="0" l="0" r="0" t="0"/>
          <a:stretch/>
        </p:blipFill>
        <p:spPr>
          <a:xfrm>
            <a:off x="4074846" y="0"/>
            <a:ext cx="8115300" cy="6858000"/>
          </a:xfrm>
          <a:prstGeom prst="rect">
            <a:avLst/>
          </a:prstGeom>
          <a:noFill/>
          <a:ln>
            <a:noFill/>
          </a:ln>
        </p:spPr>
      </p:pic>
      <p:sp>
        <p:nvSpPr>
          <p:cNvPr id="144" name="Google Shape;144;p1"/>
          <p:cNvSpPr/>
          <p:nvPr/>
        </p:nvSpPr>
        <p:spPr>
          <a:xfrm>
            <a:off x="440710" y="3688717"/>
            <a:ext cx="4268372" cy="286955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3600"/>
              <a:buFont typeface="Arial Black"/>
              <a:buNone/>
            </a:pPr>
            <a:r>
              <a:rPr lang="en-US" sz="3600">
                <a:solidFill>
                  <a:schemeClr val="dk1"/>
                </a:solidFill>
                <a:latin typeface="Arial Black"/>
                <a:ea typeface="Arial Black"/>
                <a:cs typeface="Arial Black"/>
                <a:sym typeface="Arial Black"/>
              </a:rPr>
              <a:t>Tool Calling</a:t>
            </a:r>
            <a:endParaRPr b="0" i="0" sz="3600" u="none" cap="none" strike="noStrike">
              <a:solidFill>
                <a:schemeClr val="dk1"/>
              </a:solidFill>
              <a:latin typeface="Arial Black"/>
              <a:ea typeface="Arial Black"/>
              <a:cs typeface="Arial Black"/>
              <a:sym typeface="Arial Black"/>
            </a:endParaRPr>
          </a:p>
          <a:p>
            <a:pPr indent="0" lvl="0" marL="0" marR="0" rtl="0" algn="l">
              <a:lnSpc>
                <a:spcPct val="90000"/>
              </a:lnSpc>
              <a:spcBef>
                <a:spcPts val="0"/>
              </a:spcBef>
              <a:spcAft>
                <a:spcPts val="0"/>
              </a:spcAft>
              <a:buClr>
                <a:schemeClr val="dk1"/>
              </a:buClr>
              <a:buSzPts val="1800"/>
              <a:buFont typeface="Arial Black"/>
              <a:buNone/>
            </a:pPr>
            <a:r>
              <a:t/>
            </a:r>
            <a:endParaRPr b="1" i="0" sz="1800" u="none" cap="none" strike="noStrike">
              <a:solidFill>
                <a:schemeClr val="dk1"/>
              </a:solidFill>
              <a:latin typeface="Arial Black"/>
              <a:ea typeface="Arial Black"/>
              <a:cs typeface="Arial Black"/>
              <a:sym typeface="Arial Black"/>
            </a:endParaRPr>
          </a:p>
          <a:p>
            <a:pPr indent="0" lvl="0" marL="0" marR="0" rtl="0" algn="l">
              <a:lnSpc>
                <a:spcPct val="90000"/>
              </a:lnSpc>
              <a:spcBef>
                <a:spcPts val="0"/>
              </a:spcBef>
              <a:spcAft>
                <a:spcPts val="0"/>
              </a:spcAft>
              <a:buClr>
                <a:schemeClr val="dk1"/>
              </a:buClr>
              <a:buSzPts val="1800"/>
              <a:buFont typeface="Arial Black"/>
              <a:buNone/>
            </a:pPr>
            <a:r>
              <a:t/>
            </a:r>
            <a:endParaRPr b="1" i="0" sz="1800" u="none" cap="none" strike="noStrike">
              <a:solidFill>
                <a:schemeClr val="dk1"/>
              </a:solidFill>
              <a:latin typeface="Arial Black"/>
              <a:ea typeface="Arial Black"/>
              <a:cs typeface="Arial Black"/>
              <a:sym typeface="Arial Black"/>
            </a:endParaRPr>
          </a:p>
          <a:p>
            <a:pPr indent="0" lvl="0" marL="0" marR="0" rtl="0" algn="l">
              <a:lnSpc>
                <a:spcPct val="90000"/>
              </a:lnSpc>
              <a:spcBef>
                <a:spcPts val="0"/>
              </a:spcBef>
              <a:spcAft>
                <a:spcPts val="0"/>
              </a:spcAft>
              <a:buClr>
                <a:schemeClr val="dk1"/>
              </a:buClr>
              <a:buSzPts val="1800"/>
              <a:buFont typeface="Arial Black"/>
              <a:buNone/>
            </a:pPr>
            <a:r>
              <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Hector Triana</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3600"/>
              <a:buFont typeface="Arial Black"/>
              <a:buNone/>
            </a:pPr>
            <a:r>
              <a:t/>
            </a:r>
            <a:endParaRPr b="1" i="0" sz="3600" u="none" cap="none" strike="noStrike">
              <a:solidFill>
                <a:schemeClr val="dk1"/>
              </a:solidFill>
              <a:latin typeface="Arial Black"/>
              <a:ea typeface="Arial Black"/>
              <a:cs typeface="Arial Black"/>
              <a:sym typeface="Arial Black"/>
            </a:endParaRPr>
          </a:p>
        </p:txBody>
      </p:sp>
      <p:pic>
        <p:nvPicPr>
          <p:cNvPr id="145" name="Google Shape;145;p1"/>
          <p:cNvPicPr preferRelativeResize="0"/>
          <p:nvPr/>
        </p:nvPicPr>
        <p:blipFill rotWithShape="1">
          <a:blip r:embed="rId4">
            <a:alphaModFix/>
          </a:blip>
          <a:srcRect b="0" l="0" r="0" t="0"/>
          <a:stretch/>
        </p:blipFill>
        <p:spPr>
          <a:xfrm>
            <a:off x="757950" y="673450"/>
            <a:ext cx="3513650" cy="1543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
          <p:cNvSpPr/>
          <p:nvPr/>
        </p:nvSpPr>
        <p:spPr>
          <a:xfrm>
            <a:off x="586309" y="0"/>
            <a:ext cx="10294298" cy="90678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800"/>
              <a:buFont typeface="Arial Black"/>
              <a:buNone/>
            </a:pPr>
            <a:r>
              <a:rPr lang="en-US" sz="2800">
                <a:solidFill>
                  <a:schemeClr val="dk1"/>
                </a:solidFill>
                <a:latin typeface="Arial Black"/>
                <a:ea typeface="Arial Black"/>
                <a:cs typeface="Arial Black"/>
                <a:sym typeface="Arial Black"/>
              </a:rPr>
              <a:t>Tool Calling</a:t>
            </a:r>
            <a:endParaRPr b="1" i="0" sz="2800" u="none" cap="none" strike="noStrike">
              <a:solidFill>
                <a:schemeClr val="dk1"/>
              </a:solidFill>
              <a:latin typeface="Arial Black"/>
              <a:ea typeface="Arial Black"/>
              <a:cs typeface="Arial Black"/>
              <a:sym typeface="Arial Black"/>
            </a:endParaRPr>
          </a:p>
        </p:txBody>
      </p:sp>
      <p:sp>
        <p:nvSpPr>
          <p:cNvPr id="151" name="Google Shape;151;p2"/>
          <p:cNvSpPr txBox="1"/>
          <p:nvPr/>
        </p:nvSpPr>
        <p:spPr>
          <a:xfrm>
            <a:off x="1314454" y="4251400"/>
            <a:ext cx="8838000" cy="1246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lang="en-US" sz="1500">
                <a:solidFill>
                  <a:schemeClr val="dk1"/>
                </a:solidFill>
                <a:latin typeface="Trebuchet MS"/>
                <a:ea typeface="Trebuchet MS"/>
                <a:cs typeface="Trebuchet MS"/>
                <a:sym typeface="Trebuchet MS"/>
              </a:rPr>
              <a:t>Tool calling allows an LLM to interact with external tools during conversation generation. This means the LLM can access information or perform actions beyond its own knowledge base. Tools can be functions written by developers, APIs for external services, or any resource the LLM can interact with. AI agents have evolved from simple prompt-response systems into intelligent, action-oriented systems capable of interacting with APIs, databases, and external tools.</a:t>
            </a:r>
            <a:endParaRPr b="0" i="0" sz="1500" u="none" cap="none" strike="noStrike">
              <a:solidFill>
                <a:schemeClr val="dk1"/>
              </a:solidFill>
              <a:latin typeface="Trebuchet MS"/>
              <a:ea typeface="Trebuchet MS"/>
              <a:cs typeface="Trebuchet MS"/>
              <a:sym typeface="Trebuchet MS"/>
            </a:endParaRPr>
          </a:p>
        </p:txBody>
      </p:sp>
      <p:pic>
        <p:nvPicPr>
          <p:cNvPr id="152" name="Google Shape;152;p2"/>
          <p:cNvPicPr preferRelativeResize="0"/>
          <p:nvPr/>
        </p:nvPicPr>
        <p:blipFill>
          <a:blip r:embed="rId3">
            <a:alphaModFix/>
          </a:blip>
          <a:stretch>
            <a:fillRect/>
          </a:stretch>
        </p:blipFill>
        <p:spPr>
          <a:xfrm>
            <a:off x="2652025" y="969455"/>
            <a:ext cx="5992659" cy="261679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97340f6012_0_0"/>
          <p:cNvSpPr txBox="1"/>
          <p:nvPr/>
        </p:nvSpPr>
        <p:spPr>
          <a:xfrm>
            <a:off x="432600" y="268425"/>
            <a:ext cx="11326800" cy="3648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800"/>
              <a:buFont typeface="Arial"/>
              <a:buNone/>
            </a:pPr>
            <a:r>
              <a:rPr lang="en-US" sz="1500"/>
              <a:t>Instead of relying solely on pretrained knowledge, an AI system with tool-calling capabilities can query databases, fetch real-time information, execute functions or perform complex operations beyond its native capabilities.</a:t>
            </a:r>
            <a:endParaRPr sz="1500"/>
          </a:p>
          <a:p>
            <a:pPr indent="0" lvl="0" marL="0" marR="0" rtl="0" algn="just">
              <a:lnSpc>
                <a:spcPct val="100000"/>
              </a:lnSpc>
              <a:spcBef>
                <a:spcPts val="0"/>
              </a:spcBef>
              <a:spcAft>
                <a:spcPts val="0"/>
              </a:spcAft>
              <a:buClr>
                <a:srgbClr val="000000"/>
              </a:buClr>
              <a:buSzPts val="1800"/>
              <a:buFont typeface="Arial"/>
              <a:buNone/>
            </a:pPr>
            <a:r>
              <a:t/>
            </a:r>
            <a:endParaRPr sz="1500"/>
          </a:p>
          <a:p>
            <a:pPr indent="0" lvl="0" marL="0" marR="0" rtl="0" algn="just">
              <a:lnSpc>
                <a:spcPct val="100000"/>
              </a:lnSpc>
              <a:spcBef>
                <a:spcPts val="0"/>
              </a:spcBef>
              <a:spcAft>
                <a:spcPts val="0"/>
              </a:spcAft>
              <a:buClr>
                <a:srgbClr val="000000"/>
              </a:buClr>
              <a:buSzPts val="1800"/>
              <a:buFont typeface="Arial"/>
              <a:buNone/>
            </a:pPr>
            <a:r>
              <a:rPr lang="en-US" sz="1500"/>
              <a:t>Tool calling, sometimes referred to as function calling, is a key enabler of agentic AI. It allows autonomous systems to complete complex tasks by dynamically accessing and acting upon external resources.</a:t>
            </a:r>
            <a:endParaRPr sz="1500"/>
          </a:p>
          <a:p>
            <a:pPr indent="0" lvl="0" marL="0" marR="0" rtl="0" algn="just">
              <a:lnSpc>
                <a:spcPct val="100000"/>
              </a:lnSpc>
              <a:spcBef>
                <a:spcPts val="0"/>
              </a:spcBef>
              <a:spcAft>
                <a:spcPts val="0"/>
              </a:spcAft>
              <a:buClr>
                <a:srgbClr val="000000"/>
              </a:buClr>
              <a:buSzPts val="1800"/>
              <a:buFont typeface="Arial"/>
              <a:buNone/>
            </a:pPr>
            <a:r>
              <a:t/>
            </a:r>
            <a:endParaRPr sz="1500"/>
          </a:p>
          <a:p>
            <a:pPr indent="0" lvl="0" marL="0" marR="0" rtl="0" algn="just">
              <a:lnSpc>
                <a:spcPct val="100000"/>
              </a:lnSpc>
              <a:spcBef>
                <a:spcPts val="0"/>
              </a:spcBef>
              <a:spcAft>
                <a:spcPts val="0"/>
              </a:spcAft>
              <a:buClr>
                <a:srgbClr val="000000"/>
              </a:buClr>
              <a:buSzPts val="1800"/>
              <a:buFont typeface="Arial"/>
              <a:buNone/>
            </a:pPr>
            <a:r>
              <a:rPr lang="en-US" sz="1500"/>
              <a:t>AI agents have evolved from simple prompt-response systems into intelligent, action-oriented systems capable of interacting with APIs, databases, and external tools. This capability is known as tool-calling.</a:t>
            </a:r>
            <a:endParaRPr sz="1500"/>
          </a:p>
          <a:p>
            <a:pPr indent="0" lvl="0" marL="0" marR="0" rtl="0" algn="just">
              <a:lnSpc>
                <a:spcPct val="100000"/>
              </a:lnSpc>
              <a:spcBef>
                <a:spcPts val="0"/>
              </a:spcBef>
              <a:spcAft>
                <a:spcPts val="0"/>
              </a:spcAft>
              <a:buClr>
                <a:srgbClr val="000000"/>
              </a:buClr>
              <a:buSzPts val="1800"/>
              <a:buFont typeface="Arial"/>
              <a:buNone/>
            </a:pPr>
            <a:r>
              <a:t/>
            </a:r>
            <a:endParaRPr sz="1500"/>
          </a:p>
          <a:p>
            <a:pPr indent="0" lvl="0" marL="0" marR="0" rtl="0" algn="just">
              <a:lnSpc>
                <a:spcPct val="100000"/>
              </a:lnSpc>
              <a:spcBef>
                <a:spcPts val="0"/>
              </a:spcBef>
              <a:spcAft>
                <a:spcPts val="0"/>
              </a:spcAft>
              <a:buClr>
                <a:srgbClr val="000000"/>
              </a:buClr>
              <a:buSzPts val="1800"/>
              <a:buFont typeface="Arial"/>
              <a:buNone/>
            </a:pPr>
            <a:r>
              <a:rPr lang="en-US" sz="1500"/>
              <a:t>At its core, tool-calling allows an AI agent to:</a:t>
            </a:r>
            <a:endParaRPr sz="1500"/>
          </a:p>
          <a:p>
            <a:pPr indent="0" lvl="0" marL="0" marR="0" rtl="0" algn="just">
              <a:lnSpc>
                <a:spcPct val="100000"/>
              </a:lnSpc>
              <a:spcBef>
                <a:spcPts val="0"/>
              </a:spcBef>
              <a:spcAft>
                <a:spcPts val="0"/>
              </a:spcAft>
              <a:buClr>
                <a:srgbClr val="000000"/>
              </a:buClr>
              <a:buSzPts val="1800"/>
              <a:buFont typeface="Arial"/>
              <a:buNone/>
            </a:pPr>
            <a:r>
              <a:t/>
            </a:r>
            <a:endParaRPr sz="1500"/>
          </a:p>
          <a:p>
            <a:pPr indent="0" lvl="0" marL="0" marR="0" rtl="0" algn="just">
              <a:lnSpc>
                <a:spcPct val="100000"/>
              </a:lnSpc>
              <a:spcBef>
                <a:spcPts val="0"/>
              </a:spcBef>
              <a:spcAft>
                <a:spcPts val="0"/>
              </a:spcAft>
              <a:buClr>
                <a:srgbClr val="000000"/>
              </a:buClr>
              <a:buSzPts val="1800"/>
              <a:buFont typeface="Arial"/>
              <a:buNone/>
            </a:pPr>
            <a:r>
              <a:rPr lang="en-US" sz="1500"/>
              <a:t>Retrieve real-time data</a:t>
            </a:r>
            <a:endParaRPr sz="1500"/>
          </a:p>
          <a:p>
            <a:pPr indent="0" lvl="0" marL="0" marR="0" rtl="0" algn="just">
              <a:lnSpc>
                <a:spcPct val="100000"/>
              </a:lnSpc>
              <a:spcBef>
                <a:spcPts val="0"/>
              </a:spcBef>
              <a:spcAft>
                <a:spcPts val="0"/>
              </a:spcAft>
              <a:buClr>
                <a:srgbClr val="000000"/>
              </a:buClr>
              <a:buSzPts val="1800"/>
              <a:buFont typeface="Arial"/>
              <a:buNone/>
            </a:pPr>
            <a:r>
              <a:rPr lang="en-US" sz="1500"/>
              <a:t>Perform computations</a:t>
            </a:r>
            <a:endParaRPr sz="1500"/>
          </a:p>
          <a:p>
            <a:pPr indent="0" lvl="0" marL="0" marR="0" rtl="0" algn="just">
              <a:lnSpc>
                <a:spcPct val="100000"/>
              </a:lnSpc>
              <a:spcBef>
                <a:spcPts val="0"/>
              </a:spcBef>
              <a:spcAft>
                <a:spcPts val="0"/>
              </a:spcAft>
              <a:buClr>
                <a:srgbClr val="000000"/>
              </a:buClr>
              <a:buSzPts val="1800"/>
              <a:buFont typeface="Arial"/>
              <a:buNone/>
            </a:pPr>
            <a:r>
              <a:rPr lang="en-US" sz="1500"/>
              <a:t>Execute workflows</a:t>
            </a:r>
            <a:endParaRPr sz="1500"/>
          </a:p>
          <a:p>
            <a:pPr indent="0" lvl="0" marL="0" marR="0" rtl="0" algn="just">
              <a:lnSpc>
                <a:spcPct val="100000"/>
              </a:lnSpc>
              <a:spcBef>
                <a:spcPts val="0"/>
              </a:spcBef>
              <a:spcAft>
                <a:spcPts val="0"/>
              </a:spcAft>
              <a:buClr>
                <a:srgbClr val="000000"/>
              </a:buClr>
              <a:buSzPts val="1800"/>
              <a:buFont typeface="Arial"/>
              <a:buNone/>
            </a:pPr>
            <a:r>
              <a:rPr lang="en-US" sz="1500"/>
              <a:t>Interact with external systems</a:t>
            </a:r>
            <a:endParaRPr sz="1500"/>
          </a:p>
        </p:txBody>
      </p:sp>
      <p:pic>
        <p:nvPicPr>
          <p:cNvPr descr="Image taken from: https://www.decodingai.com/p/tool-calling-from-scratch-to-production" id="158" name="Google Shape;158;g397340f6012_0_0"/>
          <p:cNvPicPr preferRelativeResize="0"/>
          <p:nvPr/>
        </p:nvPicPr>
        <p:blipFill>
          <a:blip r:embed="rId3">
            <a:alphaModFix/>
          </a:blip>
          <a:stretch>
            <a:fillRect/>
          </a:stretch>
        </p:blipFill>
        <p:spPr>
          <a:xfrm>
            <a:off x="5080475" y="3668650"/>
            <a:ext cx="6765400" cy="2441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
          <p:cNvSpPr/>
          <p:nvPr/>
        </p:nvSpPr>
        <p:spPr>
          <a:xfrm>
            <a:off x="738709" y="47625"/>
            <a:ext cx="10294298" cy="90678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800"/>
              <a:buFont typeface="Arial Black"/>
              <a:buNone/>
            </a:pPr>
            <a:r>
              <a:rPr b="1" lang="en-US" sz="2800">
                <a:solidFill>
                  <a:schemeClr val="dk1"/>
                </a:solidFill>
                <a:latin typeface="Arial Black"/>
                <a:ea typeface="Arial Black"/>
                <a:cs typeface="Arial Black"/>
                <a:sym typeface="Arial Black"/>
              </a:rPr>
              <a:t>How to Achieve Tool Calling</a:t>
            </a:r>
            <a:endParaRPr b="1" i="0" sz="2800" u="none" cap="none" strike="noStrike">
              <a:solidFill>
                <a:schemeClr val="dk1"/>
              </a:solidFill>
              <a:latin typeface="Arial Black"/>
              <a:ea typeface="Arial Black"/>
              <a:cs typeface="Arial Black"/>
              <a:sym typeface="Arial Black"/>
            </a:endParaRPr>
          </a:p>
        </p:txBody>
      </p:sp>
      <p:sp>
        <p:nvSpPr>
          <p:cNvPr id="164" name="Google Shape;164;p3"/>
          <p:cNvSpPr txBox="1"/>
          <p:nvPr/>
        </p:nvSpPr>
        <p:spPr>
          <a:xfrm>
            <a:off x="115132" y="830432"/>
            <a:ext cx="6678300" cy="2031900"/>
          </a:xfrm>
          <a:prstGeom prst="rect">
            <a:avLst/>
          </a:prstGeom>
          <a:noFill/>
          <a:ln>
            <a:noFill/>
          </a:ln>
        </p:spPr>
        <p:txBody>
          <a:bodyPr anchorCtr="0" anchor="t" bIns="45700" lIns="91425" spcFirstLastPara="1" rIns="91425" wrap="square" tIns="45700">
            <a:spAutoFit/>
          </a:bodyPr>
          <a:lstStyle/>
          <a:p>
            <a:pPr indent="-190500" lvl="0" marL="285750" marR="0" rtl="0" algn="l">
              <a:lnSpc>
                <a:spcPct val="100000"/>
              </a:lnSpc>
              <a:spcBef>
                <a:spcPts val="0"/>
              </a:spcBef>
              <a:spcAft>
                <a:spcPts val="0"/>
              </a:spcAft>
              <a:buClr>
                <a:schemeClr val="dk1"/>
              </a:buClr>
              <a:buSzPts val="1500"/>
              <a:buFont typeface="Arial"/>
              <a:buNone/>
            </a:pPr>
            <a:r>
              <a:rPr b="1" lang="en-US" sz="1800">
                <a:solidFill>
                  <a:schemeClr val="dk1"/>
                </a:solidFill>
                <a:latin typeface="Trebuchet MS"/>
                <a:ea typeface="Trebuchet MS"/>
                <a:cs typeface="Trebuchet MS"/>
                <a:sym typeface="Trebuchet MS"/>
              </a:rPr>
              <a:t>Define Your Tools:</a:t>
            </a:r>
            <a:endParaRPr b="1" sz="18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t/>
            </a:r>
            <a:endParaRPr b="1" sz="18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Write functions representing the tools you want the LLM to use.</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These functions should be well-defined with:</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Descriptive names</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Type hints for arguments (e.g., a: float)</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Docstrings explaining function purpose and arguments (using Args: block).</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Optional return type and Returns: block.</a:t>
            </a:r>
            <a:endParaRPr sz="1500">
              <a:solidFill>
                <a:schemeClr val="dk1"/>
              </a:solidFill>
              <a:latin typeface="Trebuchet MS"/>
              <a:ea typeface="Trebuchet MS"/>
              <a:cs typeface="Trebuchet MS"/>
              <a:sym typeface="Trebuchet MS"/>
            </a:endParaRPr>
          </a:p>
        </p:txBody>
      </p:sp>
      <p:sp>
        <p:nvSpPr>
          <p:cNvPr id="165" name="Google Shape;165;p3"/>
          <p:cNvSpPr txBox="1"/>
          <p:nvPr/>
        </p:nvSpPr>
        <p:spPr>
          <a:xfrm>
            <a:off x="5343732" y="2862332"/>
            <a:ext cx="6678300" cy="1708500"/>
          </a:xfrm>
          <a:prstGeom prst="rect">
            <a:avLst/>
          </a:prstGeom>
          <a:noFill/>
          <a:ln>
            <a:noFill/>
          </a:ln>
        </p:spPr>
        <p:txBody>
          <a:bodyPr anchorCtr="0" anchor="t" bIns="45700" lIns="91425" spcFirstLastPara="1" rIns="91425" wrap="square" tIns="45700">
            <a:spAutoFit/>
          </a:bodyPr>
          <a:lstStyle/>
          <a:p>
            <a:pPr indent="-190500" lvl="0" marL="285750" marR="0" rtl="0" algn="l">
              <a:lnSpc>
                <a:spcPct val="100000"/>
              </a:lnSpc>
              <a:spcBef>
                <a:spcPts val="0"/>
              </a:spcBef>
              <a:spcAft>
                <a:spcPts val="0"/>
              </a:spcAft>
              <a:buClr>
                <a:schemeClr val="dk1"/>
              </a:buClr>
              <a:buSzPts val="1500"/>
              <a:buFont typeface="Arial"/>
              <a:buNone/>
            </a:pPr>
            <a:r>
              <a:rPr b="1" lang="en-US" sz="1500">
                <a:solidFill>
                  <a:schemeClr val="dk1"/>
                </a:solidFill>
                <a:latin typeface="Trebuchet MS"/>
                <a:ea typeface="Trebuchet MS"/>
                <a:cs typeface="Trebuchet MS"/>
                <a:sym typeface="Trebuchet MS"/>
              </a:rPr>
              <a:t>Prepare the Conversation:</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Create a list containing your tool functions.</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Set up the conversation history as a list of dictionaries. Each dictionary should include:</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"role" (e.g., "system", "user")</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"content" (the text spoken by that role)</a:t>
            </a:r>
            <a:endParaRPr sz="1500">
              <a:solidFill>
                <a:schemeClr val="dk1"/>
              </a:solidFill>
              <a:latin typeface="Trebuchet MS"/>
              <a:ea typeface="Trebuchet MS"/>
              <a:cs typeface="Trebuchet MS"/>
              <a:sym typeface="Trebuchet MS"/>
            </a:endParaRPr>
          </a:p>
        </p:txBody>
      </p:sp>
      <p:pic>
        <p:nvPicPr>
          <p:cNvPr id="166" name="Google Shape;166;p3"/>
          <p:cNvPicPr preferRelativeResize="0"/>
          <p:nvPr/>
        </p:nvPicPr>
        <p:blipFill>
          <a:blip r:embed="rId3">
            <a:alphaModFix/>
          </a:blip>
          <a:stretch>
            <a:fillRect/>
          </a:stretch>
        </p:blipFill>
        <p:spPr>
          <a:xfrm>
            <a:off x="9107740" y="758275"/>
            <a:ext cx="2709186" cy="2031900"/>
          </a:xfrm>
          <a:prstGeom prst="rect">
            <a:avLst/>
          </a:prstGeom>
          <a:noFill/>
          <a:ln>
            <a:noFill/>
          </a:ln>
        </p:spPr>
      </p:pic>
      <p:sp>
        <p:nvSpPr>
          <p:cNvPr id="167" name="Google Shape;167;p3"/>
          <p:cNvSpPr txBox="1"/>
          <p:nvPr/>
        </p:nvSpPr>
        <p:spPr>
          <a:xfrm>
            <a:off x="317382" y="4911882"/>
            <a:ext cx="6678300" cy="1708500"/>
          </a:xfrm>
          <a:prstGeom prst="rect">
            <a:avLst/>
          </a:prstGeom>
          <a:noFill/>
          <a:ln>
            <a:noFill/>
          </a:ln>
        </p:spPr>
        <p:txBody>
          <a:bodyPr anchorCtr="0" anchor="t" bIns="45700" lIns="91425" spcFirstLastPara="1" rIns="91425" wrap="square" tIns="45700">
            <a:spAutoFit/>
          </a:bodyPr>
          <a:lstStyle/>
          <a:p>
            <a:pPr indent="-190500" lvl="0" marL="285750" marR="0" rtl="0" algn="l">
              <a:lnSpc>
                <a:spcPct val="100000"/>
              </a:lnSpc>
              <a:spcBef>
                <a:spcPts val="0"/>
              </a:spcBef>
              <a:spcAft>
                <a:spcPts val="0"/>
              </a:spcAft>
              <a:buClr>
                <a:schemeClr val="dk1"/>
              </a:buClr>
              <a:buSzPts val="1500"/>
              <a:buFont typeface="Arial"/>
              <a:buNone/>
            </a:pPr>
            <a:r>
              <a:rPr b="1" lang="en-US" sz="1500">
                <a:solidFill>
                  <a:schemeClr val="dk1"/>
                </a:solidFill>
                <a:latin typeface="Trebuchet MS"/>
                <a:ea typeface="Trebuchet MS"/>
                <a:cs typeface="Trebuchet MS"/>
                <a:sym typeface="Trebuchet MS"/>
              </a:rPr>
              <a:t>Pass Tools to the LLM:</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Use a library function to format the conversation history and tool list for the LLM.</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This function might take additional arguments like chat_template (specifying the tool calling template) and add_generation_prompt (to guide the LLM).</a:t>
            </a:r>
            <a:endParaRPr sz="1500">
              <a:solidFill>
                <a:schemeClr val="dk1"/>
              </a:solidFill>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4"/>
          <p:cNvSpPr txBox="1"/>
          <p:nvPr/>
        </p:nvSpPr>
        <p:spPr>
          <a:xfrm>
            <a:off x="125107" y="207432"/>
            <a:ext cx="6678300" cy="1708500"/>
          </a:xfrm>
          <a:prstGeom prst="rect">
            <a:avLst/>
          </a:prstGeom>
          <a:noFill/>
          <a:ln>
            <a:noFill/>
          </a:ln>
        </p:spPr>
        <p:txBody>
          <a:bodyPr anchorCtr="0" anchor="t" bIns="45700" lIns="91425" spcFirstLastPara="1" rIns="91425" wrap="square" tIns="45700">
            <a:spAutoFit/>
          </a:bodyPr>
          <a:lstStyle/>
          <a:p>
            <a:pPr indent="-190500" lvl="0" marL="285750" marR="0" rtl="0" algn="l">
              <a:lnSpc>
                <a:spcPct val="100000"/>
              </a:lnSpc>
              <a:spcBef>
                <a:spcPts val="0"/>
              </a:spcBef>
              <a:spcAft>
                <a:spcPts val="0"/>
              </a:spcAft>
              <a:buClr>
                <a:schemeClr val="dk1"/>
              </a:buClr>
              <a:buSzPts val="1500"/>
              <a:buFont typeface="Arial"/>
              <a:buNone/>
            </a:pPr>
            <a:r>
              <a:rPr b="1" lang="en-US" sz="1500">
                <a:solidFill>
                  <a:schemeClr val="dk1"/>
                </a:solidFill>
                <a:latin typeface="Trebuchet MS"/>
                <a:ea typeface="Trebuchet MS"/>
                <a:cs typeface="Trebuchet MS"/>
                <a:sym typeface="Trebuchet MS"/>
              </a:rPr>
              <a:t>Interpret LLM Output:</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After processing the conversation and tools, the LLM might suggest tool calls.</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These calls are usually formatted as JSON objects with:</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"name" (the tool function name)</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"arguments" (a dictionary containing arguments for the tool)</a:t>
            </a:r>
            <a:endParaRPr sz="1500">
              <a:solidFill>
                <a:schemeClr val="dk1"/>
              </a:solidFill>
              <a:latin typeface="Trebuchet MS"/>
              <a:ea typeface="Trebuchet MS"/>
              <a:cs typeface="Trebuchet MS"/>
              <a:sym typeface="Trebuchet MS"/>
            </a:endParaRPr>
          </a:p>
        </p:txBody>
      </p:sp>
      <p:sp>
        <p:nvSpPr>
          <p:cNvPr id="173" name="Google Shape;173;p4"/>
          <p:cNvSpPr txBox="1"/>
          <p:nvPr/>
        </p:nvSpPr>
        <p:spPr>
          <a:xfrm>
            <a:off x="5289607" y="1997907"/>
            <a:ext cx="6678300" cy="1246800"/>
          </a:xfrm>
          <a:prstGeom prst="rect">
            <a:avLst/>
          </a:prstGeom>
          <a:noFill/>
          <a:ln>
            <a:noFill/>
          </a:ln>
        </p:spPr>
        <p:txBody>
          <a:bodyPr anchorCtr="0" anchor="t" bIns="45700" lIns="91425" spcFirstLastPara="1" rIns="91425" wrap="square" tIns="45700">
            <a:spAutoFit/>
          </a:bodyPr>
          <a:lstStyle/>
          <a:p>
            <a:pPr indent="-190500" lvl="0" marL="285750" marR="0" rtl="0" algn="l">
              <a:lnSpc>
                <a:spcPct val="100000"/>
              </a:lnSpc>
              <a:spcBef>
                <a:spcPts val="0"/>
              </a:spcBef>
              <a:spcAft>
                <a:spcPts val="0"/>
              </a:spcAft>
              <a:buClr>
                <a:schemeClr val="dk1"/>
              </a:buClr>
              <a:buSzPts val="1500"/>
              <a:buFont typeface="Arial"/>
              <a:buNone/>
            </a:pPr>
            <a:r>
              <a:rPr b="1" lang="en-US" sz="1500">
                <a:solidFill>
                  <a:schemeClr val="dk1"/>
                </a:solidFill>
                <a:latin typeface="Trebuchet MS"/>
                <a:ea typeface="Trebuchet MS"/>
                <a:cs typeface="Trebuchet MS"/>
                <a:sym typeface="Trebuchet MS"/>
              </a:rPr>
              <a:t>Execute Tool Calls:</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Parse the LLM’s tool call suggestion and extract the function name and arguments.</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Call the corresponding function from your tool list with those arguments.</a:t>
            </a:r>
            <a:endParaRPr sz="1500">
              <a:solidFill>
                <a:schemeClr val="dk1"/>
              </a:solidFill>
              <a:latin typeface="Trebuchet MS"/>
              <a:ea typeface="Trebuchet MS"/>
              <a:cs typeface="Trebuchet MS"/>
              <a:sym typeface="Trebuchet MS"/>
            </a:endParaRPr>
          </a:p>
        </p:txBody>
      </p:sp>
      <p:sp>
        <p:nvSpPr>
          <p:cNvPr id="174" name="Google Shape;174;p4"/>
          <p:cNvSpPr txBox="1"/>
          <p:nvPr/>
        </p:nvSpPr>
        <p:spPr>
          <a:xfrm>
            <a:off x="481182" y="3531782"/>
            <a:ext cx="6678300" cy="1246800"/>
          </a:xfrm>
          <a:prstGeom prst="rect">
            <a:avLst/>
          </a:prstGeom>
          <a:noFill/>
          <a:ln>
            <a:noFill/>
          </a:ln>
        </p:spPr>
        <p:txBody>
          <a:bodyPr anchorCtr="0" anchor="t" bIns="45700" lIns="91425" spcFirstLastPara="1" rIns="91425" wrap="square" tIns="45700">
            <a:spAutoFit/>
          </a:bodyPr>
          <a:lstStyle/>
          <a:p>
            <a:pPr indent="-190500" lvl="0" marL="285750" marR="0" rtl="0" algn="l">
              <a:lnSpc>
                <a:spcPct val="100000"/>
              </a:lnSpc>
              <a:spcBef>
                <a:spcPts val="0"/>
              </a:spcBef>
              <a:spcAft>
                <a:spcPts val="0"/>
              </a:spcAft>
              <a:buClr>
                <a:schemeClr val="dk1"/>
              </a:buClr>
              <a:buSzPts val="1500"/>
              <a:buFont typeface="Arial"/>
              <a:buNone/>
            </a:pPr>
            <a:r>
              <a:rPr b="1" lang="en-US" sz="1500">
                <a:solidFill>
                  <a:schemeClr val="dk1"/>
                </a:solidFill>
                <a:latin typeface="Trebuchet MS"/>
                <a:ea typeface="Trebuchet MS"/>
                <a:cs typeface="Trebuchet MS"/>
                <a:sym typeface="Trebuchet MS"/>
              </a:rPr>
              <a:t>Incorporate Tool Results:</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Capture the results returned by the tool functions.</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Add these results to the conversation history for further processing by the LLM.</a:t>
            </a:r>
            <a:endParaRPr sz="1500">
              <a:solidFill>
                <a:schemeClr val="dk1"/>
              </a:solidFill>
              <a:latin typeface="Trebuchet MS"/>
              <a:ea typeface="Trebuchet MS"/>
              <a:cs typeface="Trebuchet MS"/>
              <a:sym typeface="Trebuchet MS"/>
            </a:endParaRPr>
          </a:p>
        </p:txBody>
      </p:sp>
      <p:sp>
        <p:nvSpPr>
          <p:cNvPr id="175" name="Google Shape;175;p4"/>
          <p:cNvSpPr txBox="1"/>
          <p:nvPr/>
        </p:nvSpPr>
        <p:spPr>
          <a:xfrm>
            <a:off x="5107307" y="5286507"/>
            <a:ext cx="6678300" cy="1015800"/>
          </a:xfrm>
          <a:prstGeom prst="rect">
            <a:avLst/>
          </a:prstGeom>
          <a:noFill/>
          <a:ln>
            <a:noFill/>
          </a:ln>
        </p:spPr>
        <p:txBody>
          <a:bodyPr anchorCtr="0" anchor="t" bIns="45700" lIns="91425" spcFirstLastPara="1" rIns="91425" wrap="square" tIns="45700">
            <a:spAutoFit/>
          </a:bodyPr>
          <a:lstStyle/>
          <a:p>
            <a:pPr indent="-190500" lvl="0" marL="285750" marR="0" rtl="0" algn="l">
              <a:lnSpc>
                <a:spcPct val="100000"/>
              </a:lnSpc>
              <a:spcBef>
                <a:spcPts val="0"/>
              </a:spcBef>
              <a:spcAft>
                <a:spcPts val="0"/>
              </a:spcAft>
              <a:buClr>
                <a:schemeClr val="dk1"/>
              </a:buClr>
              <a:buSzPts val="1500"/>
              <a:buFont typeface="Arial"/>
              <a:buNone/>
            </a:pPr>
            <a:r>
              <a:rPr b="1" lang="en-US" sz="1500">
                <a:solidFill>
                  <a:schemeClr val="dk1"/>
                </a:solidFill>
                <a:latin typeface="Trebuchet MS"/>
                <a:ea typeface="Trebuchet MS"/>
                <a:cs typeface="Trebuchet MS"/>
                <a:sym typeface="Trebuchet MS"/>
              </a:rPr>
              <a:t>Continue Conversation:</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Repeat steps 3–6 to allow the LLM to potentially use more tools based on the updated conversation history.</a:t>
            </a:r>
            <a:endParaRPr sz="1500">
              <a:solidFill>
                <a:schemeClr val="dk1"/>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97340f6012_0_10"/>
          <p:cNvSpPr/>
          <p:nvPr/>
        </p:nvSpPr>
        <p:spPr>
          <a:xfrm>
            <a:off x="738709" y="47625"/>
            <a:ext cx="10294200" cy="906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800"/>
              <a:buFont typeface="Arial Black"/>
              <a:buNone/>
            </a:pPr>
            <a:r>
              <a:rPr b="1" lang="en-US" sz="2800">
                <a:solidFill>
                  <a:schemeClr val="dk1"/>
                </a:solidFill>
                <a:latin typeface="Arial Black"/>
                <a:ea typeface="Arial Black"/>
                <a:cs typeface="Arial Black"/>
                <a:sym typeface="Arial Black"/>
              </a:rPr>
              <a:t>What is Tool-Calling in AI Agents?</a:t>
            </a:r>
            <a:endParaRPr b="1" i="0" sz="2800" u="none" cap="none" strike="noStrike">
              <a:solidFill>
                <a:schemeClr val="dk1"/>
              </a:solidFill>
              <a:latin typeface="Arial Black"/>
              <a:ea typeface="Arial Black"/>
              <a:cs typeface="Arial Black"/>
              <a:sym typeface="Arial Black"/>
            </a:endParaRPr>
          </a:p>
        </p:txBody>
      </p:sp>
      <p:sp>
        <p:nvSpPr>
          <p:cNvPr id="181" name="Google Shape;181;g397340f6012_0_10"/>
          <p:cNvSpPr txBox="1"/>
          <p:nvPr/>
        </p:nvSpPr>
        <p:spPr>
          <a:xfrm>
            <a:off x="278927" y="1258550"/>
            <a:ext cx="4801500" cy="1939500"/>
          </a:xfrm>
          <a:prstGeom prst="rect">
            <a:avLst/>
          </a:prstGeom>
          <a:noFill/>
          <a:ln>
            <a:noFill/>
          </a:ln>
        </p:spPr>
        <p:txBody>
          <a:bodyPr anchorCtr="0" anchor="t" bIns="45700" lIns="91425" spcFirstLastPara="1" rIns="91425" wrap="square" tIns="45700">
            <a:spAutoFit/>
          </a:bodyPr>
          <a:lstStyle/>
          <a:p>
            <a:pPr indent="-190500" lvl="0" marL="285750" marR="0" rtl="0" algn="l">
              <a:lnSpc>
                <a:spcPct val="100000"/>
              </a:lnSpc>
              <a:spcBef>
                <a:spcPts val="0"/>
              </a:spcBef>
              <a:spcAft>
                <a:spcPts val="0"/>
              </a:spcAft>
              <a:buClr>
                <a:schemeClr val="dk1"/>
              </a:buClr>
              <a:buSzPts val="1500"/>
              <a:buFont typeface="Arial"/>
              <a:buNone/>
            </a:pPr>
            <a:r>
              <a:rPr b="1" lang="en-US" sz="1500">
                <a:solidFill>
                  <a:schemeClr val="dk1"/>
                </a:solidFill>
                <a:latin typeface="Trebuchet MS"/>
                <a:ea typeface="Trebuchet MS"/>
                <a:cs typeface="Trebuchet MS"/>
                <a:sym typeface="Trebuchet MS"/>
              </a:rPr>
              <a:t>Tool-calling refers to the ability of an AI model to:</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Understand user intent</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Decide whether a tool is needed</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Select the correct tool</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Pass structured arguments</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Execute the tool</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Interpret the result</a:t>
            </a:r>
            <a:endParaRPr sz="1500">
              <a:solidFill>
                <a:schemeClr val="dk1"/>
              </a:solidFill>
              <a:latin typeface="Trebuchet MS"/>
              <a:ea typeface="Trebuchet MS"/>
              <a:cs typeface="Trebuchet MS"/>
              <a:sym typeface="Trebuchet MS"/>
            </a:endParaRPr>
          </a:p>
        </p:txBody>
      </p:sp>
      <p:sp>
        <p:nvSpPr>
          <p:cNvPr id="182" name="Google Shape;182;g397340f6012_0_10"/>
          <p:cNvSpPr txBox="1"/>
          <p:nvPr/>
        </p:nvSpPr>
        <p:spPr>
          <a:xfrm>
            <a:off x="5436782" y="2282632"/>
            <a:ext cx="6678300" cy="3555600"/>
          </a:xfrm>
          <a:prstGeom prst="rect">
            <a:avLst/>
          </a:prstGeom>
          <a:noFill/>
          <a:ln>
            <a:noFill/>
          </a:ln>
        </p:spPr>
        <p:txBody>
          <a:bodyPr anchorCtr="0" anchor="t" bIns="45700" lIns="91425" spcFirstLastPara="1" rIns="91425" wrap="square" tIns="45700">
            <a:spAutoFit/>
          </a:bodyPr>
          <a:lstStyle/>
          <a:p>
            <a:pPr indent="-190500" lvl="0" marL="285750" marR="0" rtl="0" algn="l">
              <a:lnSpc>
                <a:spcPct val="100000"/>
              </a:lnSpc>
              <a:spcBef>
                <a:spcPts val="0"/>
              </a:spcBef>
              <a:spcAft>
                <a:spcPts val="0"/>
              </a:spcAft>
              <a:buClr>
                <a:schemeClr val="dk1"/>
              </a:buClr>
              <a:buSzPts val="1500"/>
              <a:buFont typeface="Arial"/>
              <a:buNone/>
            </a:pPr>
            <a:r>
              <a:rPr b="1" lang="en-US" sz="1500">
                <a:solidFill>
                  <a:schemeClr val="dk1"/>
                </a:solidFill>
                <a:latin typeface="Trebuchet MS"/>
                <a:ea typeface="Trebuchet MS"/>
                <a:cs typeface="Trebuchet MS"/>
                <a:sym typeface="Trebuchet MS"/>
              </a:rPr>
              <a:t>Why Architecture Patterns Matter?</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b="1" lang="en-US" sz="1500">
                <a:solidFill>
                  <a:schemeClr val="dk1"/>
                </a:solidFill>
                <a:latin typeface="Trebuchet MS"/>
                <a:ea typeface="Trebuchet MS"/>
                <a:cs typeface="Trebuchet MS"/>
                <a:sym typeface="Trebuchet MS"/>
              </a:rPr>
              <a:t>Without structure, tool-calling systems become:</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Hard to debug</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Non-deterministic</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Difficult to scale</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Error-prone</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b="1" lang="en-US" sz="1500">
                <a:solidFill>
                  <a:schemeClr val="dk1"/>
                </a:solidFill>
                <a:latin typeface="Trebuchet MS"/>
                <a:ea typeface="Trebuchet MS"/>
                <a:cs typeface="Trebuchet MS"/>
                <a:sym typeface="Trebuchet MS"/>
              </a:rPr>
              <a:t>Architecture patterns provide:</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t/>
            </a:r>
            <a:endParaRPr b="1"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Clear separation of concerns</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Predictable execution flow</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Better observability</a:t>
            </a:r>
            <a:endParaRPr sz="1500">
              <a:solidFill>
                <a:schemeClr val="dk1"/>
              </a:solidFill>
              <a:latin typeface="Trebuchet MS"/>
              <a:ea typeface="Trebuchet MS"/>
              <a:cs typeface="Trebuchet MS"/>
              <a:sym typeface="Trebuchet MS"/>
            </a:endParaRPr>
          </a:p>
          <a:p>
            <a:pPr indent="-190500" lvl="0" marL="285750" marR="0" rtl="0" algn="l">
              <a:lnSpc>
                <a:spcPct val="100000"/>
              </a:lnSpc>
              <a:spcBef>
                <a:spcPts val="0"/>
              </a:spcBef>
              <a:spcAft>
                <a:spcPts val="0"/>
              </a:spcAft>
              <a:buClr>
                <a:schemeClr val="dk1"/>
              </a:buClr>
              <a:buSzPts val="1500"/>
              <a:buFont typeface="Arial"/>
              <a:buNone/>
            </a:pPr>
            <a:r>
              <a:rPr lang="en-US" sz="1500">
                <a:solidFill>
                  <a:schemeClr val="dk1"/>
                </a:solidFill>
                <a:latin typeface="Trebuchet MS"/>
                <a:ea typeface="Trebuchet MS"/>
                <a:cs typeface="Trebuchet MS"/>
                <a:sym typeface="Trebuchet MS"/>
              </a:rPr>
              <a:t>Easier extensibility</a:t>
            </a:r>
            <a:endParaRPr sz="1500">
              <a:solidFill>
                <a:schemeClr val="dk1"/>
              </a:solidFill>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5"/>
          <p:cNvSpPr/>
          <p:nvPr/>
        </p:nvSpPr>
        <p:spPr>
          <a:xfrm>
            <a:off x="738709" y="47625"/>
            <a:ext cx="10294200" cy="906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800"/>
              <a:buFont typeface="Arial Black"/>
              <a:buNone/>
            </a:pPr>
            <a:r>
              <a:rPr b="1" lang="en-US" sz="2800">
                <a:solidFill>
                  <a:schemeClr val="dk1"/>
                </a:solidFill>
                <a:latin typeface="Arial Black"/>
                <a:ea typeface="Arial Black"/>
                <a:cs typeface="Arial Black"/>
                <a:sym typeface="Arial Black"/>
              </a:rPr>
              <a:t>Core Tool-Calling Architecture Patterns</a:t>
            </a:r>
            <a:endParaRPr b="1" i="0" sz="2800" u="none" cap="none" strike="noStrike">
              <a:solidFill>
                <a:schemeClr val="dk1"/>
              </a:solidFill>
              <a:latin typeface="Arial Black"/>
              <a:ea typeface="Arial Black"/>
              <a:cs typeface="Arial Black"/>
              <a:sym typeface="Arial Black"/>
            </a:endParaRPr>
          </a:p>
        </p:txBody>
      </p:sp>
      <p:sp>
        <p:nvSpPr>
          <p:cNvPr id="188" name="Google Shape;188;p5"/>
          <p:cNvSpPr txBox="1"/>
          <p:nvPr/>
        </p:nvSpPr>
        <p:spPr>
          <a:xfrm>
            <a:off x="179450" y="2140725"/>
            <a:ext cx="52983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a:t>Single-Step Tool Calling (Basic Pattern)</a:t>
            </a:r>
            <a:endParaRPr b="1" i="1"/>
          </a:p>
          <a:p>
            <a:pPr indent="0" lvl="0" marL="0" rtl="0" algn="l">
              <a:spcBef>
                <a:spcPts val="0"/>
              </a:spcBef>
              <a:spcAft>
                <a:spcPts val="0"/>
              </a:spcAft>
              <a:buNone/>
            </a:pPr>
            <a:r>
              <a:t/>
            </a:r>
            <a:endParaRPr/>
          </a:p>
          <a:p>
            <a:pPr indent="0" lvl="0" marL="0" rtl="0" algn="l">
              <a:spcBef>
                <a:spcPts val="0"/>
              </a:spcBef>
              <a:spcAft>
                <a:spcPts val="0"/>
              </a:spcAft>
              <a:buNone/>
            </a:pPr>
            <a:r>
              <a:rPr lang="en-US"/>
              <a:t>The simplest pattern:</a:t>
            </a:r>
            <a:endParaRPr/>
          </a:p>
          <a:p>
            <a:pPr indent="0" lvl="0" marL="0" rtl="0" algn="l">
              <a:spcBef>
                <a:spcPts val="0"/>
              </a:spcBef>
              <a:spcAft>
                <a:spcPts val="0"/>
              </a:spcAft>
              <a:buNone/>
            </a:pPr>
            <a:r>
              <a:rPr lang="en-US"/>
              <a:t>LLM decides → calls tool → returns response</a:t>
            </a:r>
            <a:endParaRPr/>
          </a:p>
          <a:p>
            <a:pPr indent="0" lvl="0" marL="0" rtl="0" algn="l">
              <a:spcBef>
                <a:spcPts val="0"/>
              </a:spcBef>
              <a:spcAft>
                <a:spcPts val="0"/>
              </a:spcAft>
              <a:buNone/>
            </a:pPr>
            <a:r>
              <a:t/>
            </a:r>
            <a:endParaRPr/>
          </a:p>
          <a:p>
            <a:pPr indent="0" lvl="0" marL="0" rtl="0" algn="l">
              <a:spcBef>
                <a:spcPts val="0"/>
              </a:spcBef>
              <a:spcAft>
                <a:spcPts val="0"/>
              </a:spcAft>
              <a:buNone/>
            </a:pPr>
            <a:r>
              <a:rPr b="1" i="1" lang="en-US"/>
              <a:t>Explanation</a:t>
            </a:r>
            <a:endParaRPr b="1" i="1"/>
          </a:p>
          <a:p>
            <a:pPr indent="0" lvl="0" marL="0" rtl="0" algn="l">
              <a:spcBef>
                <a:spcPts val="0"/>
              </a:spcBef>
              <a:spcAft>
                <a:spcPts val="0"/>
              </a:spcAft>
              <a:buNone/>
            </a:pPr>
            <a:r>
              <a:rPr lang="en-US"/>
              <a:t>Intent detection is manual </a:t>
            </a:r>
            <a:endParaRPr/>
          </a:p>
          <a:p>
            <a:pPr indent="0" lvl="0" marL="0" rtl="0" algn="l">
              <a:spcBef>
                <a:spcPts val="0"/>
              </a:spcBef>
              <a:spcAft>
                <a:spcPts val="0"/>
              </a:spcAft>
              <a:buNone/>
            </a:pPr>
            <a:r>
              <a:rPr lang="en-US"/>
              <a:t>Tool selection is hardcoded</a:t>
            </a:r>
            <a:endParaRPr/>
          </a:p>
          <a:p>
            <a:pPr indent="0" lvl="0" marL="0" rtl="0" algn="l">
              <a:spcBef>
                <a:spcPts val="0"/>
              </a:spcBef>
              <a:spcAft>
                <a:spcPts val="0"/>
              </a:spcAft>
              <a:buNone/>
            </a:pPr>
            <a:r>
              <a:rPr lang="en-US"/>
              <a:t>No reasoning loop</a:t>
            </a:r>
            <a:endParaRPr/>
          </a:p>
          <a:p>
            <a:pPr indent="0" lvl="0" marL="0" rtl="0" algn="l">
              <a:spcBef>
                <a:spcPts val="0"/>
              </a:spcBef>
              <a:spcAft>
                <a:spcPts val="0"/>
              </a:spcAft>
              <a:buNone/>
            </a:pPr>
            <a:r>
              <a:rPr lang="en-US"/>
              <a:t>Works for simple use cases</a:t>
            </a:r>
            <a:endParaRPr/>
          </a:p>
          <a:p>
            <a:pPr indent="0" lvl="0" marL="0" rtl="0" algn="l">
              <a:spcBef>
                <a:spcPts val="0"/>
              </a:spcBef>
              <a:spcAft>
                <a:spcPts val="0"/>
              </a:spcAft>
              <a:buNone/>
            </a:pPr>
            <a:r>
              <a:t/>
            </a:r>
            <a:endParaRPr/>
          </a:p>
          <a:p>
            <a:pPr indent="0" lvl="0" marL="0" rtl="0" algn="l">
              <a:spcBef>
                <a:spcPts val="0"/>
              </a:spcBef>
              <a:spcAft>
                <a:spcPts val="0"/>
              </a:spcAft>
              <a:buNone/>
            </a:pPr>
            <a:r>
              <a:rPr b="1" i="1" lang="en-US"/>
              <a:t>Limitations</a:t>
            </a:r>
            <a:endParaRPr b="1" i="1"/>
          </a:p>
          <a:p>
            <a:pPr indent="0" lvl="0" marL="0" rtl="0" algn="l">
              <a:spcBef>
                <a:spcPts val="0"/>
              </a:spcBef>
              <a:spcAft>
                <a:spcPts val="0"/>
              </a:spcAft>
              <a:buNone/>
            </a:pPr>
            <a:r>
              <a:rPr lang="en-US"/>
              <a:t>Not scalable</a:t>
            </a:r>
            <a:endParaRPr/>
          </a:p>
          <a:p>
            <a:pPr indent="0" lvl="0" marL="0" rtl="0" algn="l">
              <a:spcBef>
                <a:spcPts val="0"/>
              </a:spcBef>
              <a:spcAft>
                <a:spcPts val="0"/>
              </a:spcAft>
              <a:buNone/>
            </a:pPr>
            <a:r>
              <a:rPr lang="en-US"/>
              <a:t>Cannot handle multi-step reasoning</a:t>
            </a:r>
            <a:endParaRPr/>
          </a:p>
          <a:p>
            <a:pPr indent="0" lvl="0" marL="0" rtl="0" algn="l">
              <a:spcBef>
                <a:spcPts val="0"/>
              </a:spcBef>
              <a:spcAft>
                <a:spcPts val="0"/>
              </a:spcAft>
              <a:buNone/>
            </a:pPr>
            <a:r>
              <a:rPr lang="en-US"/>
              <a:t>Tight coupling between logic and tools</a:t>
            </a:r>
            <a:endParaRPr/>
          </a:p>
        </p:txBody>
      </p:sp>
      <p:pic>
        <p:nvPicPr>
          <p:cNvPr id="189" name="Google Shape;189;p5"/>
          <p:cNvPicPr preferRelativeResize="0"/>
          <p:nvPr/>
        </p:nvPicPr>
        <p:blipFill>
          <a:blip r:embed="rId3">
            <a:alphaModFix/>
          </a:blip>
          <a:stretch>
            <a:fillRect/>
          </a:stretch>
        </p:blipFill>
        <p:spPr>
          <a:xfrm>
            <a:off x="4694775" y="2580715"/>
            <a:ext cx="2202600" cy="2017910"/>
          </a:xfrm>
          <a:prstGeom prst="rect">
            <a:avLst/>
          </a:prstGeom>
          <a:noFill/>
          <a:ln>
            <a:noFill/>
          </a:ln>
        </p:spPr>
      </p:pic>
      <p:pic>
        <p:nvPicPr>
          <p:cNvPr id="190" name="Google Shape;190;p5"/>
          <p:cNvPicPr preferRelativeResize="0"/>
          <p:nvPr/>
        </p:nvPicPr>
        <p:blipFill>
          <a:blip r:embed="rId4">
            <a:alphaModFix/>
          </a:blip>
          <a:stretch>
            <a:fillRect/>
          </a:stretch>
        </p:blipFill>
        <p:spPr>
          <a:xfrm>
            <a:off x="7567299" y="2211862"/>
            <a:ext cx="4040074" cy="2755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6"/>
          <p:cNvSpPr txBox="1"/>
          <p:nvPr/>
        </p:nvSpPr>
        <p:spPr>
          <a:xfrm>
            <a:off x="333300" y="305125"/>
            <a:ext cx="44397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a:t>ReAct Pattern (Reason + Act)</a:t>
            </a:r>
            <a:endParaRPr b="1" i="1"/>
          </a:p>
          <a:p>
            <a:pPr indent="0" lvl="0" marL="0" rtl="0" algn="l">
              <a:spcBef>
                <a:spcPts val="0"/>
              </a:spcBef>
              <a:spcAft>
                <a:spcPts val="0"/>
              </a:spcAft>
              <a:buNone/>
            </a:pPr>
            <a:r>
              <a:t/>
            </a:r>
            <a:endParaRPr/>
          </a:p>
          <a:p>
            <a:pPr indent="0" lvl="0" marL="0" rtl="0" algn="l">
              <a:spcBef>
                <a:spcPts val="0"/>
              </a:spcBef>
              <a:spcAft>
                <a:spcPts val="0"/>
              </a:spcAft>
              <a:buNone/>
            </a:pPr>
            <a:r>
              <a:rPr lang="en-US"/>
              <a:t>The agent alternates between:</a:t>
            </a:r>
            <a:endParaRPr/>
          </a:p>
          <a:p>
            <a:pPr indent="0" lvl="0" marL="0" rtl="0" algn="l">
              <a:spcBef>
                <a:spcPts val="0"/>
              </a:spcBef>
              <a:spcAft>
                <a:spcPts val="0"/>
              </a:spcAft>
              <a:buNone/>
            </a:pPr>
            <a:r>
              <a:rPr lang="en-US"/>
              <a:t>Reasoning (Thought)</a:t>
            </a:r>
            <a:endParaRPr/>
          </a:p>
          <a:p>
            <a:pPr indent="0" lvl="0" marL="0" rtl="0" algn="l">
              <a:spcBef>
                <a:spcPts val="0"/>
              </a:spcBef>
              <a:spcAft>
                <a:spcPts val="0"/>
              </a:spcAft>
              <a:buNone/>
            </a:pPr>
            <a:r>
              <a:rPr lang="en-US"/>
              <a:t>Action (Tool Call)</a:t>
            </a:r>
            <a:endParaRPr/>
          </a:p>
          <a:p>
            <a:pPr indent="0" lvl="0" marL="0" rtl="0" algn="l">
              <a:spcBef>
                <a:spcPts val="0"/>
              </a:spcBef>
              <a:spcAft>
                <a:spcPts val="0"/>
              </a:spcAft>
              <a:buNone/>
            </a:pPr>
            <a:r>
              <a:t/>
            </a:r>
            <a:endParaRPr/>
          </a:p>
          <a:p>
            <a:pPr indent="0" lvl="0" marL="0" rtl="0" algn="l">
              <a:spcBef>
                <a:spcPts val="0"/>
              </a:spcBef>
              <a:spcAft>
                <a:spcPts val="0"/>
              </a:spcAft>
              <a:buNone/>
            </a:pPr>
            <a:r>
              <a:rPr b="1" i="1" lang="en-US"/>
              <a:t>Explanation</a:t>
            </a:r>
            <a:endParaRPr b="1" i="1"/>
          </a:p>
          <a:p>
            <a:pPr indent="0" lvl="0" marL="0" rtl="0" algn="l">
              <a:spcBef>
                <a:spcPts val="0"/>
              </a:spcBef>
              <a:spcAft>
                <a:spcPts val="0"/>
              </a:spcAft>
              <a:buNone/>
            </a:pPr>
            <a:r>
              <a:rPr lang="en-US"/>
              <a:t>Intent detection is manual </a:t>
            </a:r>
            <a:endParaRPr/>
          </a:p>
          <a:p>
            <a:pPr indent="0" lvl="0" marL="0" rtl="0" algn="l">
              <a:spcBef>
                <a:spcPts val="0"/>
              </a:spcBef>
              <a:spcAft>
                <a:spcPts val="0"/>
              </a:spcAft>
              <a:buNone/>
            </a:pPr>
            <a:r>
              <a:rPr lang="en-US"/>
              <a:t>Tool selection is hardcoded</a:t>
            </a:r>
            <a:endParaRPr/>
          </a:p>
          <a:p>
            <a:pPr indent="0" lvl="0" marL="0" rtl="0" algn="l">
              <a:spcBef>
                <a:spcPts val="0"/>
              </a:spcBef>
              <a:spcAft>
                <a:spcPts val="0"/>
              </a:spcAft>
              <a:buNone/>
            </a:pPr>
            <a:r>
              <a:rPr lang="en-US"/>
              <a:t>No reasoning loop</a:t>
            </a:r>
            <a:endParaRPr/>
          </a:p>
          <a:p>
            <a:pPr indent="0" lvl="0" marL="0" rtl="0" algn="l">
              <a:spcBef>
                <a:spcPts val="0"/>
              </a:spcBef>
              <a:spcAft>
                <a:spcPts val="0"/>
              </a:spcAft>
              <a:buNone/>
            </a:pPr>
            <a:r>
              <a:rPr lang="en-US"/>
              <a:t>Works for simple use cases</a:t>
            </a:r>
            <a:endParaRPr/>
          </a:p>
          <a:p>
            <a:pPr indent="0" lvl="0" marL="0" rtl="0" algn="l">
              <a:spcBef>
                <a:spcPts val="0"/>
              </a:spcBef>
              <a:spcAft>
                <a:spcPts val="0"/>
              </a:spcAft>
              <a:buNone/>
            </a:pPr>
            <a:r>
              <a:t/>
            </a:r>
            <a:endParaRPr/>
          </a:p>
          <a:p>
            <a:pPr indent="0" lvl="0" marL="0" rtl="0" algn="l">
              <a:spcBef>
                <a:spcPts val="0"/>
              </a:spcBef>
              <a:spcAft>
                <a:spcPts val="0"/>
              </a:spcAft>
              <a:buNone/>
            </a:pPr>
            <a:r>
              <a:rPr b="1" i="1" lang="en-US"/>
              <a:t>Limitations</a:t>
            </a:r>
            <a:endParaRPr b="1" i="1"/>
          </a:p>
          <a:p>
            <a:pPr indent="0" lvl="0" marL="0" rtl="0" algn="l">
              <a:spcBef>
                <a:spcPts val="0"/>
              </a:spcBef>
              <a:spcAft>
                <a:spcPts val="0"/>
              </a:spcAft>
              <a:buNone/>
            </a:pPr>
            <a:r>
              <a:rPr lang="en-US"/>
              <a:t>Not scalable</a:t>
            </a:r>
            <a:endParaRPr/>
          </a:p>
          <a:p>
            <a:pPr indent="0" lvl="0" marL="0" rtl="0" algn="l">
              <a:spcBef>
                <a:spcPts val="0"/>
              </a:spcBef>
              <a:spcAft>
                <a:spcPts val="0"/>
              </a:spcAft>
              <a:buNone/>
            </a:pPr>
            <a:r>
              <a:rPr lang="en-US"/>
              <a:t>Cannot handle multi-step reasoning</a:t>
            </a:r>
            <a:endParaRPr/>
          </a:p>
          <a:p>
            <a:pPr indent="0" lvl="0" marL="0" rtl="0" algn="l">
              <a:spcBef>
                <a:spcPts val="0"/>
              </a:spcBef>
              <a:spcAft>
                <a:spcPts val="0"/>
              </a:spcAft>
              <a:buNone/>
            </a:pPr>
            <a:r>
              <a:rPr lang="en-US"/>
              <a:t>Tight coupling between logic and tools</a:t>
            </a:r>
            <a:endParaRPr/>
          </a:p>
        </p:txBody>
      </p:sp>
      <p:pic>
        <p:nvPicPr>
          <p:cNvPr id="196" name="Google Shape;196;p6"/>
          <p:cNvPicPr preferRelativeResize="0"/>
          <p:nvPr/>
        </p:nvPicPr>
        <p:blipFill>
          <a:blip r:embed="rId3">
            <a:alphaModFix/>
          </a:blip>
          <a:stretch>
            <a:fillRect/>
          </a:stretch>
        </p:blipFill>
        <p:spPr>
          <a:xfrm>
            <a:off x="490325" y="4299025"/>
            <a:ext cx="3561600" cy="2015850"/>
          </a:xfrm>
          <a:prstGeom prst="rect">
            <a:avLst/>
          </a:prstGeom>
          <a:noFill/>
          <a:ln>
            <a:noFill/>
          </a:ln>
        </p:spPr>
      </p:pic>
      <p:pic>
        <p:nvPicPr>
          <p:cNvPr id="197" name="Google Shape;197;p6"/>
          <p:cNvPicPr preferRelativeResize="0"/>
          <p:nvPr/>
        </p:nvPicPr>
        <p:blipFill>
          <a:blip r:embed="rId4">
            <a:alphaModFix/>
          </a:blip>
          <a:stretch>
            <a:fillRect/>
          </a:stretch>
        </p:blipFill>
        <p:spPr>
          <a:xfrm>
            <a:off x="5267925" y="695750"/>
            <a:ext cx="6667700" cy="546650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df03f8ae8a_0_29"/>
          <p:cNvSpPr txBox="1"/>
          <p:nvPr/>
        </p:nvSpPr>
        <p:spPr>
          <a:xfrm>
            <a:off x="333300" y="305125"/>
            <a:ext cx="44397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a:t>Planner-Executor Pattern</a:t>
            </a:r>
            <a:endParaRPr b="1" i="1"/>
          </a:p>
          <a:p>
            <a:pPr indent="0" lvl="0" marL="0" rtl="0" algn="l">
              <a:spcBef>
                <a:spcPts val="0"/>
              </a:spcBef>
              <a:spcAft>
                <a:spcPts val="0"/>
              </a:spcAft>
              <a:buNone/>
            </a:pPr>
            <a:r>
              <a:t/>
            </a:r>
            <a:endParaRPr/>
          </a:p>
          <a:p>
            <a:pPr indent="0" lvl="0" marL="0" rtl="0" algn="l">
              <a:spcBef>
                <a:spcPts val="0"/>
              </a:spcBef>
              <a:spcAft>
                <a:spcPts val="0"/>
              </a:spcAft>
              <a:buNone/>
            </a:pPr>
            <a:r>
              <a:rPr lang="en-US"/>
              <a:t>Split responsibilities:</a:t>
            </a:r>
            <a:endParaRPr/>
          </a:p>
          <a:p>
            <a:pPr indent="0" lvl="0" marL="0" rtl="0" algn="l">
              <a:spcBef>
                <a:spcPts val="0"/>
              </a:spcBef>
              <a:spcAft>
                <a:spcPts val="0"/>
              </a:spcAft>
              <a:buNone/>
            </a:pPr>
            <a:r>
              <a:rPr lang="en-US"/>
              <a:t>Planner → decides steps</a:t>
            </a:r>
            <a:endParaRPr/>
          </a:p>
          <a:p>
            <a:pPr indent="0" lvl="0" marL="0" rtl="0" algn="l">
              <a:spcBef>
                <a:spcPts val="0"/>
              </a:spcBef>
              <a:spcAft>
                <a:spcPts val="0"/>
              </a:spcAft>
              <a:buNone/>
            </a:pPr>
            <a:r>
              <a:rPr lang="en-US"/>
              <a:t>Executor → executes tools</a:t>
            </a:r>
            <a:endParaRPr/>
          </a:p>
          <a:p>
            <a:pPr indent="0" lvl="0" marL="0" rtl="0" algn="l">
              <a:spcBef>
                <a:spcPts val="0"/>
              </a:spcBef>
              <a:spcAft>
                <a:spcPts val="0"/>
              </a:spcAft>
              <a:buNone/>
            </a:pPr>
            <a:r>
              <a:t/>
            </a:r>
            <a:endParaRPr/>
          </a:p>
          <a:p>
            <a:pPr indent="0" lvl="0" marL="0" rtl="0" algn="l">
              <a:spcBef>
                <a:spcPts val="0"/>
              </a:spcBef>
              <a:spcAft>
                <a:spcPts val="0"/>
              </a:spcAft>
              <a:buNone/>
            </a:pPr>
            <a:r>
              <a:rPr b="1" i="1" lang="en-US"/>
              <a:t>Explanation</a:t>
            </a:r>
            <a:endParaRPr b="1" i="1"/>
          </a:p>
          <a:p>
            <a:pPr indent="0" lvl="0" marL="0" rtl="0" algn="l">
              <a:spcBef>
                <a:spcPts val="0"/>
              </a:spcBef>
              <a:spcAft>
                <a:spcPts val="0"/>
              </a:spcAft>
              <a:buNone/>
            </a:pPr>
            <a:r>
              <a:rPr lang="en-US"/>
              <a:t>Planner creates a deterministic sequence</a:t>
            </a:r>
            <a:endParaRPr/>
          </a:p>
          <a:p>
            <a:pPr indent="0" lvl="0" marL="0" rtl="0" algn="l">
              <a:spcBef>
                <a:spcPts val="0"/>
              </a:spcBef>
              <a:spcAft>
                <a:spcPts val="0"/>
              </a:spcAft>
              <a:buNone/>
            </a:pPr>
            <a:r>
              <a:rPr lang="en-US"/>
              <a:t>Executor runs steps sequentially</a:t>
            </a:r>
            <a:endParaRPr/>
          </a:p>
          <a:p>
            <a:pPr indent="0" lvl="0" marL="0" rtl="0" algn="l">
              <a:spcBef>
                <a:spcPts val="0"/>
              </a:spcBef>
              <a:spcAft>
                <a:spcPts val="0"/>
              </a:spcAft>
              <a:buNone/>
            </a:pPr>
            <a:r>
              <a:rPr lang="en-US"/>
              <a:t>Clear separation of concerns</a:t>
            </a:r>
            <a:endParaRPr/>
          </a:p>
          <a:p>
            <a:pPr indent="0" lvl="0" marL="0" rtl="0" algn="l">
              <a:spcBef>
                <a:spcPts val="0"/>
              </a:spcBef>
              <a:spcAft>
                <a:spcPts val="0"/>
              </a:spcAft>
              <a:buNone/>
            </a:pPr>
            <a:r>
              <a:t/>
            </a:r>
            <a:endParaRPr/>
          </a:p>
          <a:p>
            <a:pPr indent="0" lvl="0" marL="0" rtl="0" algn="l">
              <a:spcBef>
                <a:spcPts val="0"/>
              </a:spcBef>
              <a:spcAft>
                <a:spcPts val="0"/>
              </a:spcAft>
              <a:buNone/>
            </a:pPr>
            <a:r>
              <a:rPr b="1" i="1" lang="en-US"/>
              <a:t>Drawbacks</a:t>
            </a:r>
            <a:endParaRPr b="1" i="1"/>
          </a:p>
          <a:p>
            <a:pPr indent="0" lvl="0" marL="0" rtl="0" algn="l">
              <a:spcBef>
                <a:spcPts val="0"/>
              </a:spcBef>
              <a:spcAft>
                <a:spcPts val="0"/>
              </a:spcAft>
              <a:buNone/>
            </a:pPr>
            <a:r>
              <a:rPr lang="en-US"/>
              <a:t>Planner mistakes affect entire flow</a:t>
            </a:r>
            <a:endParaRPr/>
          </a:p>
          <a:p>
            <a:pPr indent="0" lvl="0" marL="0" rtl="0" algn="l">
              <a:spcBef>
                <a:spcPts val="0"/>
              </a:spcBef>
              <a:spcAft>
                <a:spcPts val="0"/>
              </a:spcAft>
              <a:buNone/>
            </a:pPr>
            <a:r>
              <a:rPr lang="en-US"/>
              <a:t>Less adaptive mid-execution</a:t>
            </a:r>
            <a:endParaRPr/>
          </a:p>
        </p:txBody>
      </p:sp>
      <p:pic>
        <p:nvPicPr>
          <p:cNvPr id="203" name="Google Shape;203;g3df03f8ae8a_0_29"/>
          <p:cNvPicPr preferRelativeResize="0"/>
          <p:nvPr/>
        </p:nvPicPr>
        <p:blipFill>
          <a:blip r:embed="rId3">
            <a:alphaModFix/>
          </a:blip>
          <a:stretch>
            <a:fillRect/>
          </a:stretch>
        </p:blipFill>
        <p:spPr>
          <a:xfrm>
            <a:off x="152400" y="4090225"/>
            <a:ext cx="3457575" cy="2381250"/>
          </a:xfrm>
          <a:prstGeom prst="rect">
            <a:avLst/>
          </a:prstGeom>
          <a:noFill/>
          <a:ln>
            <a:noFill/>
          </a:ln>
        </p:spPr>
      </p:pic>
      <p:pic>
        <p:nvPicPr>
          <p:cNvPr id="204" name="Google Shape;204;g3df03f8ae8a_0_29"/>
          <p:cNvPicPr preferRelativeResize="0"/>
          <p:nvPr/>
        </p:nvPicPr>
        <p:blipFill>
          <a:blip r:embed="rId4">
            <a:alphaModFix/>
          </a:blip>
          <a:stretch>
            <a:fillRect/>
          </a:stretch>
        </p:blipFill>
        <p:spPr>
          <a:xfrm>
            <a:off x="4773000" y="180975"/>
            <a:ext cx="6496050" cy="6496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0"/>
          <p:cNvSpPr txBox="1"/>
          <p:nvPr/>
        </p:nvSpPr>
        <p:spPr>
          <a:xfrm>
            <a:off x="745309" y="187992"/>
            <a:ext cx="10736100" cy="2862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chemeClr val="dk1"/>
                </a:solidFill>
                <a:latin typeface="Trebuchet MS"/>
                <a:ea typeface="Trebuchet MS"/>
                <a:cs typeface="Trebuchet MS"/>
                <a:sym typeface="Trebuchet MS"/>
              </a:rPr>
              <a:t>Reference Links</a:t>
            </a:r>
            <a:endParaRPr b="1" sz="1400" u="none" cap="none" strike="noStrike">
              <a:solidFill>
                <a:srgbClr val="000000"/>
              </a:solidFil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1800"/>
              <a:buFont typeface="Arial"/>
              <a:buNone/>
            </a:pPr>
            <a:r>
              <a:t/>
            </a:r>
            <a:endParaRPr sz="1800">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1400"/>
              <a:buFont typeface="Arial"/>
              <a:buNone/>
            </a:pPr>
            <a:r>
              <a:rPr lang="en-US">
                <a:solidFill>
                  <a:schemeClr val="dk1"/>
                </a:solidFill>
                <a:latin typeface="Trebuchet MS"/>
                <a:ea typeface="Trebuchet MS"/>
                <a:cs typeface="Trebuchet MS"/>
                <a:sym typeface="Trebuchet MS"/>
              </a:rPr>
              <a:t>https://www.ibm.com/think/topics/tool-calling</a:t>
            </a:r>
            <a:endParaRPr>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1400"/>
              <a:buFont typeface="Arial"/>
              <a:buNone/>
            </a:pPr>
            <a:r>
              <a:t/>
            </a:r>
            <a:endParaRPr>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1400"/>
              <a:buFont typeface="Arial"/>
              <a:buNone/>
            </a:pPr>
            <a:r>
              <a:rPr lang="en-US" u="none">
                <a:solidFill>
                  <a:schemeClr val="dk1"/>
                </a:solidFill>
                <a:latin typeface="Trebuchet MS"/>
                <a:ea typeface="Trebuchet MS"/>
                <a:cs typeface="Trebuchet MS"/>
                <a:sym typeface="Trebuchet MS"/>
              </a:rPr>
              <a:t>https://medium.com/@yasir_siddique/tool-calling-for-llms-a-detailed-tutorial-a2b4d78633e2</a:t>
            </a:r>
            <a:endParaRPr u="non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1400"/>
              <a:buFont typeface="Arial"/>
              <a:buNone/>
            </a:pPr>
            <a:r>
              <a:t/>
            </a:r>
            <a:endParaRPr>
              <a:solidFill>
                <a:schemeClr val="dk1"/>
              </a:solidFill>
              <a:uFill>
                <a:noFill/>
              </a:uFill>
              <a:latin typeface="Trebuchet MS"/>
              <a:ea typeface="Trebuchet MS"/>
              <a:cs typeface="Trebuchet MS"/>
              <a:sym typeface="Trebuchet MS"/>
              <a:hlinkClick r:id="rId3">
                <a:extLst>
                  <a:ext uri="{A12FA001-AC4F-418D-AE19-62706E023703}">
                    <ahyp:hlinkClr val="tx"/>
                  </a:ext>
                </a:extLst>
              </a:hlinkClick>
            </a:endParaRPr>
          </a:p>
          <a:p>
            <a:pPr indent="0" lvl="0" marL="0" marR="0" rtl="0" algn="just">
              <a:lnSpc>
                <a:spcPct val="100000"/>
              </a:lnSpc>
              <a:spcBef>
                <a:spcPts val="0"/>
              </a:spcBef>
              <a:spcAft>
                <a:spcPts val="0"/>
              </a:spcAft>
              <a:buClr>
                <a:srgbClr val="000000"/>
              </a:buClr>
              <a:buSzPts val="1400"/>
              <a:buFont typeface="Arial"/>
              <a:buNone/>
            </a:pPr>
            <a:r>
              <a:rPr lang="en-US">
                <a:solidFill>
                  <a:srgbClr val="0D0D0D"/>
                </a:solidFill>
                <a:latin typeface="Trebuchet MS"/>
                <a:ea typeface="Trebuchet MS"/>
                <a:cs typeface="Trebuchet MS"/>
                <a:sym typeface="Trebuchet MS"/>
              </a:rPr>
              <a:t>https://medium.com/@vasanthancomrads/tool-calling-architecture-patterns-for-ai-agents-91c82333d662</a:t>
            </a:r>
            <a:endParaRPr b="0" i="0" sz="1400" u="none" cap="none" strike="noStrike">
              <a:solidFill>
                <a:srgbClr val="0D0D0D"/>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D0D0D"/>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D0D0D"/>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2024-10-18T02:53:38Z</dcterms:created>
</cp:coreProperties>
</file>