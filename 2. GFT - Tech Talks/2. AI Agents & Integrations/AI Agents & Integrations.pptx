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Lst>
  <p:sldSz cy="6858000" cx="12192000"/>
  <p:notesSz cx="6858000" cy="9144000"/>
  <p:embeddedFontLst>
    <p:embeddedFont>
      <p:font typeface="Noto Sans"/>
      <p:regular r:id="rId15"/>
      <p:bold r:id="rId16"/>
      <p:italic r:id="rId17"/>
      <p:boldItalic r:id="rId18"/>
    </p:embeddedFont>
    <p:embeddedFont>
      <p:font typeface="Arial Black"/>
      <p:regular r:id="rId1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0" roundtripDataSignature="AMtx7mjzCNKeXbEER7FiAtcN/xNz20Ajl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customschemas.google.com/relationships/presentationmetadata" Target="metadata"/><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font" Target="fonts/NotoSans-regular.fntdata"/><Relationship Id="rId14" Type="http://schemas.openxmlformats.org/officeDocument/2006/relationships/slide" Target="slides/slide10.xml"/><Relationship Id="rId17" Type="http://schemas.openxmlformats.org/officeDocument/2006/relationships/font" Target="fonts/NotoSans-italic.fntdata"/><Relationship Id="rId16" Type="http://schemas.openxmlformats.org/officeDocument/2006/relationships/font" Target="fonts/NotoSans-bold.fntdata"/><Relationship Id="rId5" Type="http://schemas.openxmlformats.org/officeDocument/2006/relationships/slide" Target="slides/slide1.xml"/><Relationship Id="rId19" Type="http://schemas.openxmlformats.org/officeDocument/2006/relationships/font" Target="fonts/ArialBlack-regular.fntdata"/><Relationship Id="rId6" Type="http://schemas.openxmlformats.org/officeDocument/2006/relationships/slide" Target="slides/slide2.xml"/><Relationship Id="rId18" Type="http://schemas.openxmlformats.org/officeDocument/2006/relationships/font" Target="fonts/NotoSans-boldItalic.fntdata"/><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97340f6012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397340f601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397340f6012_0_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397340f6012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22" name="Shape 22"/>
        <p:cNvGrpSpPr/>
        <p:nvPr/>
      </p:nvGrpSpPr>
      <p:grpSpPr>
        <a:xfrm>
          <a:off x="0" y="0"/>
          <a:ext cx="0" cy="0"/>
          <a:chOff x="0" y="0"/>
          <a:chExt cx="0" cy="0"/>
        </a:xfrm>
      </p:grpSpPr>
      <p:grpSp>
        <p:nvGrpSpPr>
          <p:cNvPr id="23" name="Google Shape;23;p13"/>
          <p:cNvGrpSpPr/>
          <p:nvPr/>
        </p:nvGrpSpPr>
        <p:grpSpPr>
          <a:xfrm>
            <a:off x="0" y="-8467"/>
            <a:ext cx="12192000" cy="6866467"/>
            <a:chOff x="0" y="-8467"/>
            <a:chExt cx="12192000" cy="6866467"/>
          </a:xfrm>
        </p:grpSpPr>
        <p:cxnSp>
          <p:nvCxnSpPr>
            <p:cNvPr id="24" name="Google Shape;24;p13"/>
            <p:cNvCxnSpPr/>
            <p:nvPr/>
          </p:nvCxnSpPr>
          <p:spPr>
            <a:xfrm>
              <a:off x="9371012" y="0"/>
              <a:ext cx="1219200" cy="6858000"/>
            </a:xfrm>
            <a:prstGeom prst="straightConnector1">
              <a:avLst/>
            </a:prstGeom>
            <a:noFill/>
            <a:ln cap="flat" cmpd="sng" w="9525">
              <a:solidFill>
                <a:srgbClr val="BFBFBF"/>
              </a:solidFill>
              <a:prstDash val="solid"/>
              <a:round/>
              <a:headEnd len="sm" w="sm" type="none"/>
              <a:tailEnd len="sm" w="sm" type="none"/>
            </a:ln>
          </p:spPr>
        </p:cxnSp>
        <p:cxnSp>
          <p:nvCxnSpPr>
            <p:cNvPr id="25" name="Google Shape;25;p13"/>
            <p:cNvCxnSpPr/>
            <p:nvPr/>
          </p:nvCxnSpPr>
          <p:spPr>
            <a:xfrm flipH="1">
              <a:off x="7425267" y="3681413"/>
              <a:ext cx="4763558" cy="3176587"/>
            </a:xfrm>
            <a:prstGeom prst="straightConnector1">
              <a:avLst/>
            </a:prstGeom>
            <a:noFill/>
            <a:ln cap="flat" cmpd="sng" w="9525">
              <a:solidFill>
                <a:srgbClr val="D8D8D8"/>
              </a:solidFill>
              <a:prstDash val="solid"/>
              <a:round/>
              <a:headEnd len="sm" w="sm" type="none"/>
              <a:tailEnd len="sm" w="sm" type="none"/>
            </a:ln>
          </p:spPr>
        </p:cxnSp>
        <p:sp>
          <p:nvSpPr>
            <p:cNvPr id="26" name="Google Shape;26;p13"/>
            <p:cNvSpPr/>
            <p:nvPr/>
          </p:nvSpPr>
          <p:spPr>
            <a:xfrm>
              <a:off x="9181476" y="-8467"/>
              <a:ext cx="3007349" cy="6866467"/>
            </a:xfrm>
            <a:custGeom>
              <a:rect b="b" l="l" r="r" t="t"/>
              <a:pathLst>
                <a:path extrusionOk="0" h="6866467" w="3007349">
                  <a:moveTo>
                    <a:pt x="2045532" y="0"/>
                  </a:moveTo>
                  <a:lnTo>
                    <a:pt x="3007349" y="0"/>
                  </a:lnTo>
                  <a:lnTo>
                    <a:pt x="3007349" y="6866467"/>
                  </a:lnTo>
                  <a:lnTo>
                    <a:pt x="0" y="6866467"/>
                  </a:lnTo>
                  <a:lnTo>
                    <a:pt x="2045532" y="0"/>
                  </a:lnTo>
                  <a:close/>
                </a:path>
              </a:pathLst>
            </a:custGeom>
            <a:solidFill>
              <a:schemeClr val="accent1">
                <a:alpha val="30196"/>
              </a:schemeClr>
            </a:solidFill>
            <a:ln>
              <a:noFill/>
            </a:ln>
          </p:spPr>
        </p:sp>
        <p:sp>
          <p:nvSpPr>
            <p:cNvPr id="27" name="Google Shape;27;p13"/>
            <p:cNvSpPr/>
            <p:nvPr/>
          </p:nvSpPr>
          <p:spPr>
            <a:xfrm>
              <a:off x="9603442" y="-8467"/>
              <a:ext cx="2588558" cy="6866467"/>
            </a:xfrm>
            <a:custGeom>
              <a:rect b="b" l="l" r="r" t="t"/>
              <a:pathLst>
                <a:path extrusionOk="0" h="6866467" w="2573311">
                  <a:moveTo>
                    <a:pt x="0" y="0"/>
                  </a:moveTo>
                  <a:lnTo>
                    <a:pt x="2573311" y="0"/>
                  </a:lnTo>
                  <a:lnTo>
                    <a:pt x="2573311" y="6866467"/>
                  </a:lnTo>
                  <a:lnTo>
                    <a:pt x="1202336" y="6866467"/>
                  </a:lnTo>
                  <a:lnTo>
                    <a:pt x="0" y="0"/>
                  </a:lnTo>
                  <a:close/>
                </a:path>
              </a:pathLst>
            </a:custGeom>
            <a:solidFill>
              <a:schemeClr val="accent1">
                <a:alpha val="20000"/>
              </a:schemeClr>
            </a:solidFill>
            <a:ln>
              <a:noFill/>
            </a:ln>
          </p:spPr>
        </p:sp>
        <p:sp>
          <p:nvSpPr>
            <p:cNvPr id="28" name="Google Shape;28;p13"/>
            <p:cNvSpPr/>
            <p:nvPr/>
          </p:nvSpPr>
          <p:spPr>
            <a:xfrm>
              <a:off x="8932333" y="3048000"/>
              <a:ext cx="3259667" cy="3810000"/>
            </a:xfrm>
            <a:prstGeom prst="triangle">
              <a:avLst>
                <a:gd fmla="val 100000" name="adj"/>
              </a:avLst>
            </a:prstGeom>
            <a:solidFill>
              <a:schemeClr val="accent2">
                <a:alpha val="72156"/>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13"/>
            <p:cNvSpPr/>
            <p:nvPr/>
          </p:nvSpPr>
          <p:spPr>
            <a:xfrm>
              <a:off x="9334500" y="-8467"/>
              <a:ext cx="2854326" cy="6866467"/>
            </a:xfrm>
            <a:custGeom>
              <a:rect b="b" l="l" r="r" t="t"/>
              <a:pathLst>
                <a:path extrusionOk="0" h="6866467" w="2858013">
                  <a:moveTo>
                    <a:pt x="0" y="0"/>
                  </a:moveTo>
                  <a:lnTo>
                    <a:pt x="2858013" y="0"/>
                  </a:lnTo>
                  <a:lnTo>
                    <a:pt x="2858013" y="6866467"/>
                  </a:lnTo>
                  <a:lnTo>
                    <a:pt x="2473942" y="6866467"/>
                  </a:lnTo>
                  <a:lnTo>
                    <a:pt x="0" y="0"/>
                  </a:lnTo>
                  <a:close/>
                </a:path>
              </a:pathLst>
            </a:custGeom>
            <a:solidFill>
              <a:srgbClr val="3F7818">
                <a:alpha val="70196"/>
              </a:srgbClr>
            </a:solidFill>
            <a:ln>
              <a:noFill/>
            </a:ln>
          </p:spPr>
        </p:sp>
        <p:sp>
          <p:nvSpPr>
            <p:cNvPr id="30" name="Google Shape;30;p13"/>
            <p:cNvSpPr/>
            <p:nvPr/>
          </p:nvSpPr>
          <p:spPr>
            <a:xfrm>
              <a:off x="10898730" y="-8467"/>
              <a:ext cx="1290094" cy="6866467"/>
            </a:xfrm>
            <a:custGeom>
              <a:rect b="b" l="l" r="r" t="t"/>
              <a:pathLst>
                <a:path extrusionOk="0" h="6858000" w="1290094">
                  <a:moveTo>
                    <a:pt x="1019735" y="0"/>
                  </a:moveTo>
                  <a:lnTo>
                    <a:pt x="1290094" y="0"/>
                  </a:lnTo>
                  <a:lnTo>
                    <a:pt x="1290094" y="6858000"/>
                  </a:lnTo>
                  <a:lnTo>
                    <a:pt x="0" y="6858000"/>
                  </a:lnTo>
                  <a:lnTo>
                    <a:pt x="1019735" y="0"/>
                  </a:lnTo>
                  <a:close/>
                </a:path>
              </a:pathLst>
            </a:custGeom>
            <a:solidFill>
              <a:srgbClr val="BFE471">
                <a:alpha val="70196"/>
              </a:srgbClr>
            </a:solidFill>
            <a:ln>
              <a:noFill/>
            </a:ln>
          </p:spPr>
        </p:sp>
        <p:sp>
          <p:nvSpPr>
            <p:cNvPr id="31" name="Google Shape;31;p13"/>
            <p:cNvSpPr/>
            <p:nvPr/>
          </p:nvSpPr>
          <p:spPr>
            <a:xfrm>
              <a:off x="10938999" y="-8467"/>
              <a:ext cx="1249825" cy="6866467"/>
            </a:xfrm>
            <a:custGeom>
              <a:rect b="b" l="l" r="r" t="t"/>
              <a:pathLst>
                <a:path extrusionOk="0" h="6858000" w="1249825">
                  <a:moveTo>
                    <a:pt x="0" y="0"/>
                  </a:moveTo>
                  <a:lnTo>
                    <a:pt x="1249825" y="0"/>
                  </a:lnTo>
                  <a:lnTo>
                    <a:pt x="1249825" y="6858000"/>
                  </a:lnTo>
                  <a:lnTo>
                    <a:pt x="1109382" y="6858000"/>
                  </a:lnTo>
                  <a:lnTo>
                    <a:pt x="0" y="0"/>
                  </a:lnTo>
                  <a:close/>
                </a:path>
              </a:pathLst>
            </a:custGeom>
            <a:solidFill>
              <a:schemeClr val="accent1">
                <a:alpha val="65098"/>
              </a:schemeClr>
            </a:solidFill>
            <a:ln>
              <a:noFill/>
            </a:ln>
          </p:spPr>
        </p:sp>
        <p:sp>
          <p:nvSpPr>
            <p:cNvPr id="32" name="Google Shape;32;p13"/>
            <p:cNvSpPr/>
            <p:nvPr/>
          </p:nvSpPr>
          <p:spPr>
            <a:xfrm>
              <a:off x="10371666" y="3589867"/>
              <a:ext cx="1817159" cy="3268133"/>
            </a:xfrm>
            <a:prstGeom prst="triangle">
              <a:avLst>
                <a:gd fmla="val 100000" name="adj"/>
              </a:avLst>
            </a:prstGeom>
            <a:solidFill>
              <a:schemeClr val="accent1">
                <a:alpha val="8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13"/>
            <p:cNvSpPr/>
            <p:nvPr/>
          </p:nvSpPr>
          <p:spPr>
            <a:xfrm rot="10800000">
              <a:off x="0" y="0"/>
              <a:ext cx="842596" cy="5666154"/>
            </a:xfrm>
            <a:prstGeom prst="triangle">
              <a:avLst>
                <a:gd fmla="val 100000" name="adj"/>
              </a:avLst>
            </a:prstGeom>
            <a:solidFill>
              <a:schemeClr val="accent1">
                <a:alpha val="85098"/>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 name="Google Shape;34;p13"/>
          <p:cNvSpPr txBox="1"/>
          <p:nvPr>
            <p:ph type="ctrTitle"/>
          </p:nvPr>
        </p:nvSpPr>
        <p:spPr>
          <a:xfrm>
            <a:off x="1507067" y="2404534"/>
            <a:ext cx="7766936" cy="1646302"/>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Clr>
                <a:schemeClr val="accent1"/>
              </a:buClr>
              <a:buSzPts val="5400"/>
              <a:buFont typeface="Trebuchet MS"/>
              <a:buNone/>
              <a:defRPr sz="5400">
                <a:solidFill>
                  <a:schemeClr val="accen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13"/>
          <p:cNvSpPr txBox="1"/>
          <p:nvPr>
            <p:ph idx="1" type="subTitle"/>
          </p:nvPr>
        </p:nvSpPr>
        <p:spPr>
          <a:xfrm>
            <a:off x="1507067" y="4050833"/>
            <a:ext cx="7766936" cy="1096899"/>
          </a:xfrm>
          <a:prstGeom prst="rect">
            <a:avLst/>
          </a:prstGeom>
          <a:noFill/>
          <a:ln>
            <a:noFill/>
          </a:ln>
        </p:spPr>
        <p:txBody>
          <a:bodyPr anchorCtr="0" anchor="t" bIns="45700" lIns="91425" spcFirstLastPara="1" rIns="91425" wrap="square" tIns="45700">
            <a:normAutofit/>
          </a:bodyPr>
          <a:lstStyle>
            <a:lvl1pPr lvl="0" algn="r">
              <a:spcBef>
                <a:spcPts val="1000"/>
              </a:spcBef>
              <a:spcAft>
                <a:spcPts val="0"/>
              </a:spcAft>
              <a:buSzPts val="1440"/>
              <a:buNone/>
              <a:defRPr>
                <a:solidFill>
                  <a:srgbClr val="7F7F7F"/>
                </a:solidFill>
              </a:defRPr>
            </a:lvl1pPr>
            <a:lvl2pPr lvl="1" algn="ctr">
              <a:spcBef>
                <a:spcPts val="1000"/>
              </a:spcBef>
              <a:spcAft>
                <a:spcPts val="0"/>
              </a:spcAft>
              <a:buSzPts val="1280"/>
              <a:buNone/>
              <a:defRPr>
                <a:solidFill>
                  <a:srgbClr val="888888"/>
                </a:solidFill>
              </a:defRPr>
            </a:lvl2pPr>
            <a:lvl3pPr lvl="2" algn="ctr">
              <a:spcBef>
                <a:spcPts val="1000"/>
              </a:spcBef>
              <a:spcAft>
                <a:spcPts val="0"/>
              </a:spcAft>
              <a:buSzPts val="1120"/>
              <a:buNone/>
              <a:defRPr>
                <a:solidFill>
                  <a:srgbClr val="888888"/>
                </a:solidFill>
              </a:defRPr>
            </a:lvl3pPr>
            <a:lvl4pPr lvl="3" algn="ctr">
              <a:spcBef>
                <a:spcPts val="1000"/>
              </a:spcBef>
              <a:spcAft>
                <a:spcPts val="0"/>
              </a:spcAft>
              <a:buSzPts val="960"/>
              <a:buNone/>
              <a:defRPr>
                <a:solidFill>
                  <a:srgbClr val="888888"/>
                </a:solidFill>
              </a:defRPr>
            </a:lvl4pPr>
            <a:lvl5pPr lvl="4" algn="ctr">
              <a:spcBef>
                <a:spcPts val="1000"/>
              </a:spcBef>
              <a:spcAft>
                <a:spcPts val="0"/>
              </a:spcAft>
              <a:buSzPts val="960"/>
              <a:buNone/>
              <a:defRPr>
                <a:solidFill>
                  <a:srgbClr val="888888"/>
                </a:solidFill>
              </a:defRPr>
            </a:lvl5pPr>
            <a:lvl6pPr lvl="5" algn="ctr">
              <a:spcBef>
                <a:spcPts val="1000"/>
              </a:spcBef>
              <a:spcAft>
                <a:spcPts val="0"/>
              </a:spcAft>
              <a:buSzPts val="960"/>
              <a:buNone/>
              <a:defRPr>
                <a:solidFill>
                  <a:srgbClr val="888888"/>
                </a:solidFill>
              </a:defRPr>
            </a:lvl6pPr>
            <a:lvl7pPr lvl="6" algn="ctr">
              <a:spcBef>
                <a:spcPts val="1000"/>
              </a:spcBef>
              <a:spcAft>
                <a:spcPts val="0"/>
              </a:spcAft>
              <a:buSzPts val="960"/>
              <a:buNone/>
              <a:defRPr>
                <a:solidFill>
                  <a:srgbClr val="888888"/>
                </a:solidFill>
              </a:defRPr>
            </a:lvl7pPr>
            <a:lvl8pPr lvl="7" algn="ctr">
              <a:spcBef>
                <a:spcPts val="1000"/>
              </a:spcBef>
              <a:spcAft>
                <a:spcPts val="0"/>
              </a:spcAft>
              <a:buSzPts val="960"/>
              <a:buNone/>
              <a:defRPr>
                <a:solidFill>
                  <a:srgbClr val="888888"/>
                </a:solidFill>
              </a:defRPr>
            </a:lvl8pPr>
            <a:lvl9pPr lvl="8" algn="ctr">
              <a:spcBef>
                <a:spcPts val="1000"/>
              </a:spcBef>
              <a:spcAft>
                <a:spcPts val="0"/>
              </a:spcAft>
              <a:buSzPts val="960"/>
              <a:buNone/>
              <a:defRPr>
                <a:solidFill>
                  <a:srgbClr val="888888"/>
                </a:solidFill>
              </a:defRPr>
            </a:lvl9pPr>
          </a:lstStyle>
          <a:p/>
        </p:txBody>
      </p:sp>
      <p:sp>
        <p:nvSpPr>
          <p:cNvPr id="36" name="Google Shape;36;p13"/>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13"/>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13"/>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9" name="Shape 39"/>
        <p:cNvGrpSpPr/>
        <p:nvPr/>
      </p:nvGrpSpPr>
      <p:grpSpPr>
        <a:xfrm>
          <a:off x="0" y="0"/>
          <a:ext cx="0" cy="0"/>
          <a:chOff x="0" y="0"/>
          <a:chExt cx="0" cy="0"/>
        </a:xfrm>
      </p:grpSpPr>
      <p:sp>
        <p:nvSpPr>
          <p:cNvPr id="40" name="Google Shape;40;p14"/>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14"/>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14"/>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43" name="Shape 43"/>
        <p:cNvGrpSpPr/>
        <p:nvPr/>
      </p:nvGrpSpPr>
      <p:grpSpPr>
        <a:xfrm>
          <a:off x="0" y="0"/>
          <a:ext cx="0" cy="0"/>
          <a:chOff x="0" y="0"/>
          <a:chExt cx="0" cy="0"/>
        </a:xfrm>
      </p:grpSpPr>
      <p:sp>
        <p:nvSpPr>
          <p:cNvPr id="44" name="Google Shape;44;p15"/>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accent1"/>
              </a:buClr>
              <a:buSzPts val="3600"/>
              <a:buFont typeface="Trebuchet MS"/>
              <a:buNone/>
              <a:defRPr sz="36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15"/>
          <p:cNvSpPr txBox="1"/>
          <p:nvPr>
            <p:ph idx="1" type="body"/>
          </p:nvPr>
        </p:nvSpPr>
        <p:spPr>
          <a:xfrm>
            <a:off x="677334" y="2160589"/>
            <a:ext cx="8596668" cy="3880773"/>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46" name="Google Shape;46;p15"/>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15"/>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15"/>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9" name="Shape 49"/>
        <p:cNvGrpSpPr/>
        <p:nvPr/>
      </p:nvGrpSpPr>
      <p:grpSpPr>
        <a:xfrm>
          <a:off x="0" y="0"/>
          <a:ext cx="0" cy="0"/>
          <a:chOff x="0" y="0"/>
          <a:chExt cx="0" cy="0"/>
        </a:xfrm>
      </p:grpSpPr>
      <p:sp>
        <p:nvSpPr>
          <p:cNvPr id="50" name="Google Shape;50;p16"/>
          <p:cNvSpPr txBox="1"/>
          <p:nvPr>
            <p:ph type="title"/>
          </p:nvPr>
        </p:nvSpPr>
        <p:spPr>
          <a:xfrm>
            <a:off x="677335" y="2700867"/>
            <a:ext cx="8596668" cy="1826581"/>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1"/>
              </a:buClr>
              <a:buSzPts val="4000"/>
              <a:buFont typeface="Trebuchet MS"/>
              <a:buNone/>
              <a:defRPr b="0" sz="40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16"/>
          <p:cNvSpPr txBox="1"/>
          <p:nvPr>
            <p:ph idx="1" type="body"/>
          </p:nvPr>
        </p:nvSpPr>
        <p:spPr>
          <a:xfrm>
            <a:off x="677335" y="4527448"/>
            <a:ext cx="8596668" cy="860400"/>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600"/>
              <a:buNone/>
              <a:defRPr sz="2000">
                <a:solidFill>
                  <a:srgbClr val="7F7F7F"/>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52" name="Google Shape;52;p16"/>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16"/>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16"/>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55" name="Shape 55"/>
        <p:cNvGrpSpPr/>
        <p:nvPr/>
      </p:nvGrpSpPr>
      <p:grpSpPr>
        <a:xfrm>
          <a:off x="0" y="0"/>
          <a:ext cx="0" cy="0"/>
          <a:chOff x="0" y="0"/>
          <a:chExt cx="0" cy="0"/>
        </a:xfrm>
      </p:grpSpPr>
      <p:sp>
        <p:nvSpPr>
          <p:cNvPr id="56" name="Google Shape;56;p17"/>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17"/>
          <p:cNvSpPr txBox="1"/>
          <p:nvPr>
            <p:ph idx="1" type="body"/>
          </p:nvPr>
        </p:nvSpPr>
        <p:spPr>
          <a:xfrm>
            <a:off x="677334" y="2160589"/>
            <a:ext cx="4184035" cy="3880772"/>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58" name="Google Shape;58;p17"/>
          <p:cNvSpPr txBox="1"/>
          <p:nvPr>
            <p:ph idx="2" type="body"/>
          </p:nvPr>
        </p:nvSpPr>
        <p:spPr>
          <a:xfrm>
            <a:off x="5089970" y="2160589"/>
            <a:ext cx="4184034" cy="3880773"/>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59" name="Google Shape;59;p17"/>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17"/>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17"/>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62" name="Shape 62"/>
        <p:cNvGrpSpPr/>
        <p:nvPr/>
      </p:nvGrpSpPr>
      <p:grpSpPr>
        <a:xfrm>
          <a:off x="0" y="0"/>
          <a:ext cx="0" cy="0"/>
          <a:chOff x="0" y="0"/>
          <a:chExt cx="0" cy="0"/>
        </a:xfrm>
      </p:grpSpPr>
      <p:sp>
        <p:nvSpPr>
          <p:cNvPr id="63" name="Google Shape;63;p18"/>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accent1"/>
              </a:buClr>
              <a:buSzPts val="3600"/>
              <a:buFont typeface="Trebuchet MS"/>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18"/>
          <p:cNvSpPr txBox="1"/>
          <p:nvPr>
            <p:ph idx="1" type="body"/>
          </p:nvPr>
        </p:nvSpPr>
        <p:spPr>
          <a:xfrm>
            <a:off x="675745" y="2160983"/>
            <a:ext cx="4185623"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65" name="Google Shape;65;p18"/>
          <p:cNvSpPr txBox="1"/>
          <p:nvPr>
            <p:ph idx="2" type="body"/>
          </p:nvPr>
        </p:nvSpPr>
        <p:spPr>
          <a:xfrm>
            <a:off x="675745" y="2737245"/>
            <a:ext cx="4185623" cy="3304117"/>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66" name="Google Shape;66;p18"/>
          <p:cNvSpPr txBox="1"/>
          <p:nvPr>
            <p:ph idx="3" type="body"/>
          </p:nvPr>
        </p:nvSpPr>
        <p:spPr>
          <a:xfrm>
            <a:off x="5088383" y="2160983"/>
            <a:ext cx="4185618"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67" name="Google Shape;67;p18"/>
          <p:cNvSpPr txBox="1"/>
          <p:nvPr>
            <p:ph idx="4" type="body"/>
          </p:nvPr>
        </p:nvSpPr>
        <p:spPr>
          <a:xfrm>
            <a:off x="5088384" y="2737245"/>
            <a:ext cx="4185617" cy="3304117"/>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68" name="Google Shape;68;p18"/>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18"/>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8"/>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1" name="Shape 71"/>
        <p:cNvGrpSpPr/>
        <p:nvPr/>
      </p:nvGrpSpPr>
      <p:grpSpPr>
        <a:xfrm>
          <a:off x="0" y="0"/>
          <a:ext cx="0" cy="0"/>
          <a:chOff x="0" y="0"/>
          <a:chExt cx="0" cy="0"/>
        </a:xfrm>
      </p:grpSpPr>
      <p:sp>
        <p:nvSpPr>
          <p:cNvPr id="72" name="Google Shape;72;p19"/>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9"/>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19"/>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19"/>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76" name="Shape 76"/>
        <p:cNvGrpSpPr/>
        <p:nvPr/>
      </p:nvGrpSpPr>
      <p:grpSpPr>
        <a:xfrm>
          <a:off x="0" y="0"/>
          <a:ext cx="0" cy="0"/>
          <a:chOff x="0" y="0"/>
          <a:chExt cx="0" cy="0"/>
        </a:xfrm>
      </p:grpSpPr>
      <p:sp>
        <p:nvSpPr>
          <p:cNvPr id="77" name="Google Shape;77;p20"/>
          <p:cNvSpPr txBox="1"/>
          <p:nvPr>
            <p:ph type="title"/>
          </p:nvPr>
        </p:nvSpPr>
        <p:spPr>
          <a:xfrm>
            <a:off x="677334" y="1498604"/>
            <a:ext cx="3854528" cy="1278466"/>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1"/>
              </a:buClr>
              <a:buSzPts val="2000"/>
              <a:buFont typeface="Trebuchet MS"/>
              <a:buNone/>
              <a:defRPr sz="2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0"/>
          <p:cNvSpPr txBox="1"/>
          <p:nvPr>
            <p:ph idx="1" type="body"/>
          </p:nvPr>
        </p:nvSpPr>
        <p:spPr>
          <a:xfrm>
            <a:off x="4760461" y="514924"/>
            <a:ext cx="4513541" cy="5526437"/>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79" name="Google Shape;79;p20"/>
          <p:cNvSpPr txBox="1"/>
          <p:nvPr>
            <p:ph idx="2" type="body"/>
          </p:nvPr>
        </p:nvSpPr>
        <p:spPr>
          <a:xfrm>
            <a:off x="677334" y="2777069"/>
            <a:ext cx="3854528" cy="2584449"/>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120"/>
              <a:buNone/>
              <a:defRPr sz="1400"/>
            </a:lvl1pPr>
            <a:lvl2pPr indent="-228600" lvl="1" marL="914400" algn="l">
              <a:spcBef>
                <a:spcPts val="1000"/>
              </a:spcBef>
              <a:spcAft>
                <a:spcPts val="0"/>
              </a:spcAft>
              <a:buSzPts val="1120"/>
              <a:buNone/>
              <a:defRPr sz="1400"/>
            </a:lvl2pPr>
            <a:lvl3pPr indent="-228600" lvl="2" marL="1371600" algn="l">
              <a:spcBef>
                <a:spcPts val="1000"/>
              </a:spcBef>
              <a:spcAft>
                <a:spcPts val="0"/>
              </a:spcAft>
              <a:buSzPts val="960"/>
              <a:buNone/>
              <a:defRPr sz="1200"/>
            </a:lvl3pPr>
            <a:lvl4pPr indent="-228600" lvl="3" marL="1828800" algn="l">
              <a:spcBef>
                <a:spcPts val="1000"/>
              </a:spcBef>
              <a:spcAft>
                <a:spcPts val="0"/>
              </a:spcAft>
              <a:buSzPts val="800"/>
              <a:buNone/>
              <a:defRPr sz="1000"/>
            </a:lvl4pPr>
            <a:lvl5pPr indent="-228600" lvl="4" marL="2286000" algn="l">
              <a:spcBef>
                <a:spcPts val="1000"/>
              </a:spcBef>
              <a:spcAft>
                <a:spcPts val="0"/>
              </a:spcAft>
              <a:buSzPts val="800"/>
              <a:buNone/>
              <a:defRPr sz="1000"/>
            </a:lvl5pPr>
            <a:lvl6pPr indent="-228600" lvl="5" marL="2743200" algn="l">
              <a:spcBef>
                <a:spcPts val="1000"/>
              </a:spcBef>
              <a:spcAft>
                <a:spcPts val="0"/>
              </a:spcAft>
              <a:buSzPts val="800"/>
              <a:buNone/>
              <a:defRPr sz="1000"/>
            </a:lvl6pPr>
            <a:lvl7pPr indent="-228600" lvl="6" marL="3200400" algn="l">
              <a:spcBef>
                <a:spcPts val="1000"/>
              </a:spcBef>
              <a:spcAft>
                <a:spcPts val="0"/>
              </a:spcAft>
              <a:buSzPts val="800"/>
              <a:buNone/>
              <a:defRPr sz="1000"/>
            </a:lvl7pPr>
            <a:lvl8pPr indent="-228600" lvl="7" marL="3657600" algn="l">
              <a:spcBef>
                <a:spcPts val="1000"/>
              </a:spcBef>
              <a:spcAft>
                <a:spcPts val="0"/>
              </a:spcAft>
              <a:buSzPts val="800"/>
              <a:buNone/>
              <a:defRPr sz="1000"/>
            </a:lvl8pPr>
            <a:lvl9pPr indent="-228600" lvl="8" marL="4114800" algn="l">
              <a:spcBef>
                <a:spcPts val="1000"/>
              </a:spcBef>
              <a:spcAft>
                <a:spcPts val="0"/>
              </a:spcAft>
              <a:buSzPts val="800"/>
              <a:buNone/>
              <a:defRPr sz="1000"/>
            </a:lvl9pPr>
          </a:lstStyle>
          <a:p/>
        </p:txBody>
      </p:sp>
      <p:sp>
        <p:nvSpPr>
          <p:cNvPr id="80" name="Google Shape;80;p20"/>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20"/>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20"/>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83" name="Shape 83"/>
        <p:cNvGrpSpPr/>
        <p:nvPr/>
      </p:nvGrpSpPr>
      <p:grpSpPr>
        <a:xfrm>
          <a:off x="0" y="0"/>
          <a:ext cx="0" cy="0"/>
          <a:chOff x="0" y="0"/>
          <a:chExt cx="0" cy="0"/>
        </a:xfrm>
      </p:grpSpPr>
      <p:sp>
        <p:nvSpPr>
          <p:cNvPr id="84" name="Google Shape;84;p21"/>
          <p:cNvSpPr txBox="1"/>
          <p:nvPr>
            <p:ph type="title"/>
          </p:nvPr>
        </p:nvSpPr>
        <p:spPr>
          <a:xfrm>
            <a:off x="677334" y="4800600"/>
            <a:ext cx="8596667"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1"/>
              </a:buClr>
              <a:buSzPts val="2400"/>
              <a:buFont typeface="Trebuchet MS"/>
              <a:buNone/>
              <a:defRPr b="0" sz="2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21"/>
          <p:cNvSpPr/>
          <p:nvPr>
            <p:ph idx="2" type="pic"/>
          </p:nvPr>
        </p:nvSpPr>
        <p:spPr>
          <a:xfrm>
            <a:off x="677334" y="609600"/>
            <a:ext cx="8596668" cy="3845718"/>
          </a:xfrm>
          <a:prstGeom prst="rect">
            <a:avLst/>
          </a:prstGeom>
          <a:noFill/>
          <a:ln>
            <a:noFill/>
          </a:ln>
        </p:spPr>
      </p:sp>
      <p:sp>
        <p:nvSpPr>
          <p:cNvPr id="86" name="Google Shape;86;p21"/>
          <p:cNvSpPr txBox="1"/>
          <p:nvPr>
            <p:ph idx="1" type="body"/>
          </p:nvPr>
        </p:nvSpPr>
        <p:spPr>
          <a:xfrm>
            <a:off x="677334" y="5367338"/>
            <a:ext cx="8596667" cy="674024"/>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960"/>
              <a:buNone/>
              <a:defRPr sz="12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87" name="Google Shape;87;p21"/>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8" name="Google Shape;88;p21"/>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9" name="Google Shape;89;p21"/>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aption">
  <p:cSld name="Title and Caption">
    <p:spTree>
      <p:nvGrpSpPr>
        <p:cNvPr id="90" name="Shape 90"/>
        <p:cNvGrpSpPr/>
        <p:nvPr/>
      </p:nvGrpSpPr>
      <p:grpSpPr>
        <a:xfrm>
          <a:off x="0" y="0"/>
          <a:ext cx="0" cy="0"/>
          <a:chOff x="0" y="0"/>
          <a:chExt cx="0" cy="0"/>
        </a:xfrm>
      </p:grpSpPr>
      <p:sp>
        <p:nvSpPr>
          <p:cNvPr id="91" name="Google Shape;91;p22"/>
          <p:cNvSpPr txBox="1"/>
          <p:nvPr>
            <p:ph type="title"/>
          </p:nvPr>
        </p:nvSpPr>
        <p:spPr>
          <a:xfrm>
            <a:off x="677335" y="609600"/>
            <a:ext cx="8596668" cy="3403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4400"/>
              <a:buFont typeface="Trebuchet MS"/>
              <a:buNone/>
              <a:defRPr b="0" sz="44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2" name="Google Shape;92;p22"/>
          <p:cNvSpPr txBox="1"/>
          <p:nvPr>
            <p:ph idx="1" type="body"/>
          </p:nvPr>
        </p:nvSpPr>
        <p:spPr>
          <a:xfrm>
            <a:off x="677335" y="4470400"/>
            <a:ext cx="8596668" cy="1570962"/>
          </a:xfrm>
          <a:prstGeom prst="rect">
            <a:avLst/>
          </a:prstGeom>
          <a:noFill/>
          <a:ln>
            <a:noFill/>
          </a:ln>
        </p:spPr>
        <p:txBody>
          <a:bodyPr anchorCtr="0" anchor="ctr" bIns="45700" lIns="91425" spcFirstLastPara="1" rIns="91425" wrap="square" tIns="45700">
            <a:normAutofit/>
          </a:bodyPr>
          <a:lstStyle>
            <a:lvl1pPr indent="-228600" lvl="0" marL="457200" algn="l">
              <a:spcBef>
                <a:spcPts val="1000"/>
              </a:spcBef>
              <a:spcAft>
                <a:spcPts val="0"/>
              </a:spcAft>
              <a:buSzPts val="1440"/>
              <a:buNone/>
              <a:defRPr sz="1800">
                <a:solidFill>
                  <a:srgbClr val="3F3F3F"/>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93" name="Google Shape;93;p22"/>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4" name="Google Shape;94;p22"/>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5" name="Google Shape;95;p22"/>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with Caption">
  <p:cSld name="Quote with Caption">
    <p:spTree>
      <p:nvGrpSpPr>
        <p:cNvPr id="96" name="Shape 96"/>
        <p:cNvGrpSpPr/>
        <p:nvPr/>
      </p:nvGrpSpPr>
      <p:grpSpPr>
        <a:xfrm>
          <a:off x="0" y="0"/>
          <a:ext cx="0" cy="0"/>
          <a:chOff x="0" y="0"/>
          <a:chExt cx="0" cy="0"/>
        </a:xfrm>
      </p:grpSpPr>
      <p:sp>
        <p:nvSpPr>
          <p:cNvPr id="97" name="Google Shape;97;p23"/>
          <p:cNvSpPr txBox="1"/>
          <p:nvPr>
            <p:ph type="title"/>
          </p:nvPr>
        </p:nvSpPr>
        <p:spPr>
          <a:xfrm>
            <a:off x="931334" y="609600"/>
            <a:ext cx="8094134" cy="3022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4400"/>
              <a:buFont typeface="Trebuchet MS"/>
              <a:buNone/>
              <a:defRPr b="0" sz="44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8" name="Google Shape;98;p23"/>
          <p:cNvSpPr txBox="1"/>
          <p:nvPr>
            <p:ph idx="1" type="body"/>
          </p:nvPr>
        </p:nvSpPr>
        <p:spPr>
          <a:xfrm>
            <a:off x="1366139" y="3632200"/>
            <a:ext cx="7224524" cy="381000"/>
          </a:xfrm>
          <a:prstGeom prst="rect">
            <a:avLst/>
          </a:prstGeom>
          <a:noFill/>
          <a:ln>
            <a:noFill/>
          </a:ln>
        </p:spPr>
        <p:txBody>
          <a:bodyPr anchorCtr="0" anchor="ctr" bIns="45700" lIns="91425" spcFirstLastPara="1" rIns="91425" wrap="square" tIns="45700">
            <a:noAutofit/>
          </a:bodyPr>
          <a:lstStyle>
            <a:lvl1pPr indent="-228600" lvl="0" marL="457200" algn="l">
              <a:spcBef>
                <a:spcPts val="1000"/>
              </a:spcBef>
              <a:spcAft>
                <a:spcPts val="0"/>
              </a:spcAft>
              <a:buSzPts val="1280"/>
              <a:buFont typeface="Trebuchet MS"/>
              <a:buNone/>
              <a:defRPr sz="1600">
                <a:solidFill>
                  <a:srgbClr val="7F7F7F"/>
                </a:solidFill>
              </a:defRPr>
            </a:lvl1pPr>
            <a:lvl2pPr indent="-228600" lvl="1" marL="914400" algn="l">
              <a:spcBef>
                <a:spcPts val="1000"/>
              </a:spcBef>
              <a:spcAft>
                <a:spcPts val="0"/>
              </a:spcAft>
              <a:buSzPts val="1280"/>
              <a:buFont typeface="Trebuchet MS"/>
              <a:buNone/>
              <a:defRPr/>
            </a:lvl2pPr>
            <a:lvl3pPr indent="-228600" lvl="2" marL="1371600" algn="l">
              <a:spcBef>
                <a:spcPts val="1000"/>
              </a:spcBef>
              <a:spcAft>
                <a:spcPts val="0"/>
              </a:spcAft>
              <a:buSzPts val="1120"/>
              <a:buFont typeface="Trebuchet MS"/>
              <a:buNone/>
              <a:defRPr/>
            </a:lvl3pPr>
            <a:lvl4pPr indent="-228600" lvl="3" marL="1828800" algn="l">
              <a:spcBef>
                <a:spcPts val="1000"/>
              </a:spcBef>
              <a:spcAft>
                <a:spcPts val="0"/>
              </a:spcAft>
              <a:buSzPts val="960"/>
              <a:buFont typeface="Trebuchet MS"/>
              <a:buNone/>
              <a:defRPr/>
            </a:lvl4pPr>
            <a:lvl5pPr indent="-228600" lvl="4" marL="2286000" algn="l">
              <a:spcBef>
                <a:spcPts val="1000"/>
              </a:spcBef>
              <a:spcAft>
                <a:spcPts val="0"/>
              </a:spcAft>
              <a:buSzPts val="960"/>
              <a:buFont typeface="Trebuchet MS"/>
              <a:buNone/>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99" name="Google Shape;99;p23"/>
          <p:cNvSpPr txBox="1"/>
          <p:nvPr>
            <p:ph idx="2" type="body"/>
          </p:nvPr>
        </p:nvSpPr>
        <p:spPr>
          <a:xfrm>
            <a:off x="677335" y="4470400"/>
            <a:ext cx="8596668" cy="1570962"/>
          </a:xfrm>
          <a:prstGeom prst="rect">
            <a:avLst/>
          </a:prstGeom>
          <a:noFill/>
          <a:ln>
            <a:noFill/>
          </a:ln>
        </p:spPr>
        <p:txBody>
          <a:bodyPr anchorCtr="0" anchor="ctr" bIns="45700" lIns="91425" spcFirstLastPara="1" rIns="91425" wrap="square" tIns="45700">
            <a:normAutofit/>
          </a:bodyPr>
          <a:lstStyle>
            <a:lvl1pPr indent="-228600" lvl="0" marL="457200" algn="l">
              <a:spcBef>
                <a:spcPts val="1000"/>
              </a:spcBef>
              <a:spcAft>
                <a:spcPts val="0"/>
              </a:spcAft>
              <a:buSzPts val="1440"/>
              <a:buNone/>
              <a:defRPr sz="1800">
                <a:solidFill>
                  <a:srgbClr val="3F3F3F"/>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100" name="Google Shape;100;p23"/>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1" name="Google Shape;101;p23"/>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2" name="Google Shape;102;p23"/>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03" name="Google Shape;103;p23"/>
          <p:cNvSpPr txBox="1"/>
          <p:nvPr/>
        </p:nvSpPr>
        <p:spPr>
          <a:xfrm>
            <a:off x="541870" y="790378"/>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8000">
                <a:solidFill>
                  <a:srgbClr val="BFE471"/>
                </a:solidFill>
                <a:latin typeface="Arial"/>
                <a:ea typeface="Arial"/>
                <a:cs typeface="Arial"/>
                <a:sym typeface="Arial"/>
              </a:rPr>
              <a:t>“</a:t>
            </a:r>
            <a:endParaRPr/>
          </a:p>
        </p:txBody>
      </p:sp>
      <p:sp>
        <p:nvSpPr>
          <p:cNvPr id="104" name="Google Shape;104;p23"/>
          <p:cNvSpPr txBox="1"/>
          <p:nvPr/>
        </p:nvSpPr>
        <p:spPr>
          <a:xfrm>
            <a:off x="8893011" y="2886556"/>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8000">
                <a:solidFill>
                  <a:srgbClr val="BFE471"/>
                </a:solidFill>
                <a:latin typeface="Arial"/>
                <a:ea typeface="Arial"/>
                <a:cs typeface="Arial"/>
                <a:sym typeface="Arial"/>
              </a:rPr>
              <a:t>”</a:t>
            </a:r>
            <a:endParaRPr sz="1800">
              <a:solidFill>
                <a:srgbClr val="BFE471"/>
              </a:solidFill>
              <a:latin typeface="Arial"/>
              <a:ea typeface="Arial"/>
              <a:cs typeface="Arial"/>
              <a:sym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me Card">
  <p:cSld name="Name Card">
    <p:spTree>
      <p:nvGrpSpPr>
        <p:cNvPr id="105" name="Shape 105"/>
        <p:cNvGrpSpPr/>
        <p:nvPr/>
      </p:nvGrpSpPr>
      <p:grpSpPr>
        <a:xfrm>
          <a:off x="0" y="0"/>
          <a:ext cx="0" cy="0"/>
          <a:chOff x="0" y="0"/>
          <a:chExt cx="0" cy="0"/>
        </a:xfrm>
      </p:grpSpPr>
      <p:sp>
        <p:nvSpPr>
          <p:cNvPr id="106" name="Google Shape;106;p24"/>
          <p:cNvSpPr txBox="1"/>
          <p:nvPr>
            <p:ph type="title"/>
          </p:nvPr>
        </p:nvSpPr>
        <p:spPr>
          <a:xfrm>
            <a:off x="677335" y="1931988"/>
            <a:ext cx="8596668" cy="259546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1"/>
              </a:buClr>
              <a:buSzPts val="4400"/>
              <a:buFont typeface="Trebuchet MS"/>
              <a:buNone/>
              <a:defRPr b="0" sz="44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7" name="Google Shape;107;p24"/>
          <p:cNvSpPr txBox="1"/>
          <p:nvPr>
            <p:ph idx="1" type="body"/>
          </p:nvPr>
        </p:nvSpPr>
        <p:spPr>
          <a:xfrm>
            <a:off x="677335" y="4527448"/>
            <a:ext cx="8596668" cy="1513914"/>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440"/>
              <a:buNone/>
              <a:defRPr sz="1800">
                <a:solidFill>
                  <a:srgbClr val="3F3F3F"/>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108" name="Google Shape;108;p24"/>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9" name="Google Shape;109;p24"/>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0" name="Google Shape;110;p24"/>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Name Card">
  <p:cSld name="Quote Name Card">
    <p:spTree>
      <p:nvGrpSpPr>
        <p:cNvPr id="111" name="Shape 111"/>
        <p:cNvGrpSpPr/>
        <p:nvPr/>
      </p:nvGrpSpPr>
      <p:grpSpPr>
        <a:xfrm>
          <a:off x="0" y="0"/>
          <a:ext cx="0" cy="0"/>
          <a:chOff x="0" y="0"/>
          <a:chExt cx="0" cy="0"/>
        </a:xfrm>
      </p:grpSpPr>
      <p:sp>
        <p:nvSpPr>
          <p:cNvPr id="112" name="Google Shape;112;p25"/>
          <p:cNvSpPr txBox="1"/>
          <p:nvPr>
            <p:ph type="title"/>
          </p:nvPr>
        </p:nvSpPr>
        <p:spPr>
          <a:xfrm>
            <a:off x="931334" y="609600"/>
            <a:ext cx="8094134" cy="3022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4400"/>
              <a:buFont typeface="Trebuchet MS"/>
              <a:buNone/>
              <a:defRPr b="0" sz="44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3" name="Google Shape;113;p25"/>
          <p:cNvSpPr txBox="1"/>
          <p:nvPr>
            <p:ph idx="1" type="body"/>
          </p:nvPr>
        </p:nvSpPr>
        <p:spPr>
          <a:xfrm>
            <a:off x="677332" y="4013200"/>
            <a:ext cx="8596669" cy="514248"/>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Font typeface="Trebuchet MS"/>
              <a:buNone/>
              <a:defRPr sz="2400">
                <a:solidFill>
                  <a:srgbClr val="3F3F3F"/>
                </a:solidFill>
              </a:defRPr>
            </a:lvl1pPr>
            <a:lvl2pPr indent="-228600" lvl="1" marL="914400" algn="l">
              <a:spcBef>
                <a:spcPts val="1000"/>
              </a:spcBef>
              <a:spcAft>
                <a:spcPts val="0"/>
              </a:spcAft>
              <a:buSzPts val="1280"/>
              <a:buFont typeface="Trebuchet MS"/>
              <a:buNone/>
              <a:defRPr/>
            </a:lvl2pPr>
            <a:lvl3pPr indent="-228600" lvl="2" marL="1371600" algn="l">
              <a:spcBef>
                <a:spcPts val="1000"/>
              </a:spcBef>
              <a:spcAft>
                <a:spcPts val="0"/>
              </a:spcAft>
              <a:buSzPts val="1120"/>
              <a:buFont typeface="Trebuchet MS"/>
              <a:buNone/>
              <a:defRPr/>
            </a:lvl3pPr>
            <a:lvl4pPr indent="-228600" lvl="3" marL="1828800" algn="l">
              <a:spcBef>
                <a:spcPts val="1000"/>
              </a:spcBef>
              <a:spcAft>
                <a:spcPts val="0"/>
              </a:spcAft>
              <a:buSzPts val="960"/>
              <a:buFont typeface="Trebuchet MS"/>
              <a:buNone/>
              <a:defRPr/>
            </a:lvl4pPr>
            <a:lvl5pPr indent="-228600" lvl="4" marL="2286000" algn="l">
              <a:spcBef>
                <a:spcPts val="1000"/>
              </a:spcBef>
              <a:spcAft>
                <a:spcPts val="0"/>
              </a:spcAft>
              <a:buSzPts val="960"/>
              <a:buFont typeface="Trebuchet MS"/>
              <a:buNone/>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14" name="Google Shape;114;p25"/>
          <p:cNvSpPr txBox="1"/>
          <p:nvPr>
            <p:ph idx="2" type="body"/>
          </p:nvPr>
        </p:nvSpPr>
        <p:spPr>
          <a:xfrm>
            <a:off x="677335" y="4527448"/>
            <a:ext cx="8596668" cy="1513914"/>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440"/>
              <a:buNone/>
              <a:defRPr sz="1800">
                <a:solidFill>
                  <a:srgbClr val="7F7F7F"/>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115" name="Google Shape;115;p25"/>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6" name="Google Shape;116;p25"/>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7" name="Google Shape;117;p25"/>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18" name="Google Shape;118;p25"/>
          <p:cNvSpPr txBox="1"/>
          <p:nvPr/>
        </p:nvSpPr>
        <p:spPr>
          <a:xfrm>
            <a:off x="541870" y="790378"/>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8000">
                <a:solidFill>
                  <a:srgbClr val="BFE471"/>
                </a:solidFill>
                <a:latin typeface="Arial"/>
                <a:ea typeface="Arial"/>
                <a:cs typeface="Arial"/>
                <a:sym typeface="Arial"/>
              </a:rPr>
              <a:t>“</a:t>
            </a:r>
            <a:endParaRPr/>
          </a:p>
        </p:txBody>
      </p:sp>
      <p:sp>
        <p:nvSpPr>
          <p:cNvPr id="119" name="Google Shape;119;p25"/>
          <p:cNvSpPr txBox="1"/>
          <p:nvPr/>
        </p:nvSpPr>
        <p:spPr>
          <a:xfrm>
            <a:off x="8893011" y="2886556"/>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8000">
                <a:solidFill>
                  <a:srgbClr val="BFE471"/>
                </a:solidFill>
                <a:latin typeface="Arial"/>
                <a:ea typeface="Arial"/>
                <a:cs typeface="Arial"/>
                <a:sym typeface="Arial"/>
              </a:rPr>
              <a:t>”</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ue or False">
  <p:cSld name="True or False">
    <p:spTree>
      <p:nvGrpSpPr>
        <p:cNvPr id="120" name="Shape 120"/>
        <p:cNvGrpSpPr/>
        <p:nvPr/>
      </p:nvGrpSpPr>
      <p:grpSpPr>
        <a:xfrm>
          <a:off x="0" y="0"/>
          <a:ext cx="0" cy="0"/>
          <a:chOff x="0" y="0"/>
          <a:chExt cx="0" cy="0"/>
        </a:xfrm>
      </p:grpSpPr>
      <p:sp>
        <p:nvSpPr>
          <p:cNvPr id="121" name="Google Shape;121;p26"/>
          <p:cNvSpPr txBox="1"/>
          <p:nvPr>
            <p:ph type="title"/>
          </p:nvPr>
        </p:nvSpPr>
        <p:spPr>
          <a:xfrm>
            <a:off x="685799" y="609600"/>
            <a:ext cx="8588203" cy="3022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4400"/>
              <a:buFont typeface="Trebuchet MS"/>
              <a:buNone/>
              <a:defRPr b="0" sz="44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2" name="Google Shape;122;p26"/>
          <p:cNvSpPr txBox="1"/>
          <p:nvPr>
            <p:ph idx="1" type="body"/>
          </p:nvPr>
        </p:nvSpPr>
        <p:spPr>
          <a:xfrm>
            <a:off x="677332" y="4013200"/>
            <a:ext cx="8596669" cy="514248"/>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Font typeface="Trebuchet MS"/>
              <a:buNone/>
              <a:defRPr sz="2400">
                <a:solidFill>
                  <a:schemeClr val="accent1"/>
                </a:solidFill>
              </a:defRPr>
            </a:lvl1pPr>
            <a:lvl2pPr indent="-228600" lvl="1" marL="914400" algn="l">
              <a:spcBef>
                <a:spcPts val="1000"/>
              </a:spcBef>
              <a:spcAft>
                <a:spcPts val="0"/>
              </a:spcAft>
              <a:buSzPts val="1280"/>
              <a:buFont typeface="Trebuchet MS"/>
              <a:buNone/>
              <a:defRPr/>
            </a:lvl2pPr>
            <a:lvl3pPr indent="-228600" lvl="2" marL="1371600" algn="l">
              <a:spcBef>
                <a:spcPts val="1000"/>
              </a:spcBef>
              <a:spcAft>
                <a:spcPts val="0"/>
              </a:spcAft>
              <a:buSzPts val="1120"/>
              <a:buFont typeface="Trebuchet MS"/>
              <a:buNone/>
              <a:defRPr/>
            </a:lvl3pPr>
            <a:lvl4pPr indent="-228600" lvl="3" marL="1828800" algn="l">
              <a:spcBef>
                <a:spcPts val="1000"/>
              </a:spcBef>
              <a:spcAft>
                <a:spcPts val="0"/>
              </a:spcAft>
              <a:buSzPts val="960"/>
              <a:buFont typeface="Trebuchet MS"/>
              <a:buNone/>
              <a:defRPr/>
            </a:lvl4pPr>
            <a:lvl5pPr indent="-228600" lvl="4" marL="2286000" algn="l">
              <a:spcBef>
                <a:spcPts val="1000"/>
              </a:spcBef>
              <a:spcAft>
                <a:spcPts val="0"/>
              </a:spcAft>
              <a:buSzPts val="960"/>
              <a:buFont typeface="Trebuchet MS"/>
              <a:buNone/>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23" name="Google Shape;123;p26"/>
          <p:cNvSpPr txBox="1"/>
          <p:nvPr>
            <p:ph idx="2" type="body"/>
          </p:nvPr>
        </p:nvSpPr>
        <p:spPr>
          <a:xfrm>
            <a:off x="677335" y="4527448"/>
            <a:ext cx="8596668" cy="1513914"/>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440"/>
              <a:buNone/>
              <a:defRPr sz="1800">
                <a:solidFill>
                  <a:srgbClr val="7F7F7F"/>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124" name="Google Shape;124;p26"/>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5" name="Google Shape;125;p26"/>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6" name="Google Shape;126;p26"/>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27" name="Shape 127"/>
        <p:cNvGrpSpPr/>
        <p:nvPr/>
      </p:nvGrpSpPr>
      <p:grpSpPr>
        <a:xfrm>
          <a:off x="0" y="0"/>
          <a:ext cx="0" cy="0"/>
          <a:chOff x="0" y="0"/>
          <a:chExt cx="0" cy="0"/>
        </a:xfrm>
      </p:grpSpPr>
      <p:sp>
        <p:nvSpPr>
          <p:cNvPr id="128" name="Google Shape;128;p27"/>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9" name="Google Shape;129;p27"/>
          <p:cNvSpPr txBox="1"/>
          <p:nvPr>
            <p:ph idx="1" type="body"/>
          </p:nvPr>
        </p:nvSpPr>
        <p:spPr>
          <a:xfrm rot="5400000">
            <a:off x="3035281" y="-197358"/>
            <a:ext cx="3880773" cy="8596668"/>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30" name="Google Shape;130;p27"/>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1" name="Google Shape;131;p27"/>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2" name="Google Shape;132;p27"/>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33" name="Shape 133"/>
        <p:cNvGrpSpPr/>
        <p:nvPr/>
      </p:nvGrpSpPr>
      <p:grpSpPr>
        <a:xfrm>
          <a:off x="0" y="0"/>
          <a:ext cx="0" cy="0"/>
          <a:chOff x="0" y="0"/>
          <a:chExt cx="0" cy="0"/>
        </a:xfrm>
      </p:grpSpPr>
      <p:sp>
        <p:nvSpPr>
          <p:cNvPr id="134" name="Google Shape;134;p28"/>
          <p:cNvSpPr txBox="1"/>
          <p:nvPr>
            <p:ph type="title"/>
          </p:nvPr>
        </p:nvSpPr>
        <p:spPr>
          <a:xfrm rot="5400000">
            <a:off x="5994319" y="2582953"/>
            <a:ext cx="5251451" cy="1304743"/>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5" name="Google Shape;135;p28"/>
          <p:cNvSpPr txBox="1"/>
          <p:nvPr>
            <p:ph idx="1" type="body"/>
          </p:nvPr>
        </p:nvSpPr>
        <p:spPr>
          <a:xfrm rot="5400000">
            <a:off x="1581685" y="-294750"/>
            <a:ext cx="5251450" cy="7060150"/>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36" name="Google Shape;136;p28"/>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7" name="Google Shape;137;p28"/>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8" name="Google Shape;138;p28"/>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theme" Target="../theme/theme1.xml"/><Relationship Id="rId16" Type="http://schemas.openxmlformats.org/officeDocument/2006/relationships/slideLayout" Target="../slideLayouts/slideLayout16.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grpSp>
        <p:nvGrpSpPr>
          <p:cNvPr id="6" name="Google Shape;6;p12"/>
          <p:cNvGrpSpPr/>
          <p:nvPr/>
        </p:nvGrpSpPr>
        <p:grpSpPr>
          <a:xfrm>
            <a:off x="0" y="-8467"/>
            <a:ext cx="12192000" cy="6866467"/>
            <a:chOff x="0" y="-8467"/>
            <a:chExt cx="12192000" cy="6866467"/>
          </a:xfrm>
        </p:grpSpPr>
        <p:cxnSp>
          <p:nvCxnSpPr>
            <p:cNvPr id="7" name="Google Shape;7;p12"/>
            <p:cNvCxnSpPr/>
            <p:nvPr/>
          </p:nvCxnSpPr>
          <p:spPr>
            <a:xfrm>
              <a:off x="9371012" y="0"/>
              <a:ext cx="1219200" cy="6858000"/>
            </a:xfrm>
            <a:prstGeom prst="straightConnector1">
              <a:avLst/>
            </a:prstGeom>
            <a:noFill/>
            <a:ln cap="flat" cmpd="sng" w="9525">
              <a:solidFill>
                <a:srgbClr val="BFBFBF"/>
              </a:solidFill>
              <a:prstDash val="solid"/>
              <a:round/>
              <a:headEnd len="sm" w="sm" type="none"/>
              <a:tailEnd len="sm" w="sm" type="none"/>
            </a:ln>
          </p:spPr>
        </p:cxnSp>
        <p:cxnSp>
          <p:nvCxnSpPr>
            <p:cNvPr id="8" name="Google Shape;8;p12"/>
            <p:cNvCxnSpPr/>
            <p:nvPr/>
          </p:nvCxnSpPr>
          <p:spPr>
            <a:xfrm flipH="1">
              <a:off x="7425267" y="3681413"/>
              <a:ext cx="4763558" cy="3176587"/>
            </a:xfrm>
            <a:prstGeom prst="straightConnector1">
              <a:avLst/>
            </a:prstGeom>
            <a:noFill/>
            <a:ln cap="flat" cmpd="sng" w="9525">
              <a:solidFill>
                <a:srgbClr val="D8D8D8"/>
              </a:solidFill>
              <a:prstDash val="solid"/>
              <a:round/>
              <a:headEnd len="sm" w="sm" type="none"/>
              <a:tailEnd len="sm" w="sm" type="none"/>
            </a:ln>
          </p:spPr>
        </p:cxnSp>
        <p:sp>
          <p:nvSpPr>
            <p:cNvPr id="9" name="Google Shape;9;p12"/>
            <p:cNvSpPr/>
            <p:nvPr/>
          </p:nvSpPr>
          <p:spPr>
            <a:xfrm>
              <a:off x="9181476" y="-8467"/>
              <a:ext cx="3007349" cy="6866467"/>
            </a:xfrm>
            <a:custGeom>
              <a:rect b="b" l="l" r="r" t="t"/>
              <a:pathLst>
                <a:path extrusionOk="0" h="6866467" w="3007349">
                  <a:moveTo>
                    <a:pt x="2045532" y="0"/>
                  </a:moveTo>
                  <a:lnTo>
                    <a:pt x="3007349" y="0"/>
                  </a:lnTo>
                  <a:lnTo>
                    <a:pt x="3007349" y="6866467"/>
                  </a:lnTo>
                  <a:lnTo>
                    <a:pt x="0" y="6866467"/>
                  </a:lnTo>
                  <a:lnTo>
                    <a:pt x="2045532" y="0"/>
                  </a:lnTo>
                  <a:close/>
                </a:path>
              </a:pathLst>
            </a:custGeom>
            <a:solidFill>
              <a:schemeClr val="accent1">
                <a:alpha val="30196"/>
              </a:schemeClr>
            </a:solidFill>
            <a:ln>
              <a:noFill/>
            </a:ln>
          </p:spPr>
        </p:sp>
        <p:sp>
          <p:nvSpPr>
            <p:cNvPr id="10" name="Google Shape;10;p12"/>
            <p:cNvSpPr/>
            <p:nvPr/>
          </p:nvSpPr>
          <p:spPr>
            <a:xfrm>
              <a:off x="9603442" y="-8467"/>
              <a:ext cx="2588558" cy="6866467"/>
            </a:xfrm>
            <a:custGeom>
              <a:rect b="b" l="l" r="r" t="t"/>
              <a:pathLst>
                <a:path extrusionOk="0" h="6866467" w="2573311">
                  <a:moveTo>
                    <a:pt x="0" y="0"/>
                  </a:moveTo>
                  <a:lnTo>
                    <a:pt x="2573311" y="0"/>
                  </a:lnTo>
                  <a:lnTo>
                    <a:pt x="2573311" y="6866467"/>
                  </a:lnTo>
                  <a:lnTo>
                    <a:pt x="1202336" y="6866467"/>
                  </a:lnTo>
                  <a:lnTo>
                    <a:pt x="0" y="0"/>
                  </a:lnTo>
                  <a:close/>
                </a:path>
              </a:pathLst>
            </a:custGeom>
            <a:solidFill>
              <a:schemeClr val="accent1">
                <a:alpha val="20000"/>
              </a:schemeClr>
            </a:solidFill>
            <a:ln>
              <a:noFill/>
            </a:ln>
          </p:spPr>
        </p:sp>
        <p:sp>
          <p:nvSpPr>
            <p:cNvPr id="11" name="Google Shape;11;p12"/>
            <p:cNvSpPr/>
            <p:nvPr/>
          </p:nvSpPr>
          <p:spPr>
            <a:xfrm>
              <a:off x="8932333" y="3048000"/>
              <a:ext cx="3259667" cy="3810000"/>
            </a:xfrm>
            <a:prstGeom prst="triangle">
              <a:avLst>
                <a:gd fmla="val 100000" name="adj"/>
              </a:avLst>
            </a:prstGeom>
            <a:solidFill>
              <a:schemeClr val="accent2">
                <a:alpha val="72156"/>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12"/>
            <p:cNvSpPr/>
            <p:nvPr/>
          </p:nvSpPr>
          <p:spPr>
            <a:xfrm>
              <a:off x="9334500" y="-8467"/>
              <a:ext cx="2854326" cy="6866467"/>
            </a:xfrm>
            <a:custGeom>
              <a:rect b="b" l="l" r="r" t="t"/>
              <a:pathLst>
                <a:path extrusionOk="0" h="6866467" w="2858013">
                  <a:moveTo>
                    <a:pt x="0" y="0"/>
                  </a:moveTo>
                  <a:lnTo>
                    <a:pt x="2858013" y="0"/>
                  </a:lnTo>
                  <a:lnTo>
                    <a:pt x="2858013" y="6866467"/>
                  </a:lnTo>
                  <a:lnTo>
                    <a:pt x="2473942" y="6866467"/>
                  </a:lnTo>
                  <a:lnTo>
                    <a:pt x="0" y="0"/>
                  </a:lnTo>
                  <a:close/>
                </a:path>
              </a:pathLst>
            </a:custGeom>
            <a:solidFill>
              <a:srgbClr val="3F7818">
                <a:alpha val="70196"/>
              </a:srgbClr>
            </a:solidFill>
            <a:ln>
              <a:noFill/>
            </a:ln>
          </p:spPr>
        </p:sp>
        <p:sp>
          <p:nvSpPr>
            <p:cNvPr id="13" name="Google Shape;13;p12"/>
            <p:cNvSpPr/>
            <p:nvPr/>
          </p:nvSpPr>
          <p:spPr>
            <a:xfrm>
              <a:off x="10898730" y="-8467"/>
              <a:ext cx="1290094" cy="6866467"/>
            </a:xfrm>
            <a:custGeom>
              <a:rect b="b" l="l" r="r" t="t"/>
              <a:pathLst>
                <a:path extrusionOk="0" h="6858000" w="1290094">
                  <a:moveTo>
                    <a:pt x="1019735" y="0"/>
                  </a:moveTo>
                  <a:lnTo>
                    <a:pt x="1290094" y="0"/>
                  </a:lnTo>
                  <a:lnTo>
                    <a:pt x="1290094" y="6858000"/>
                  </a:lnTo>
                  <a:lnTo>
                    <a:pt x="0" y="6858000"/>
                  </a:lnTo>
                  <a:lnTo>
                    <a:pt x="1019735" y="0"/>
                  </a:lnTo>
                  <a:close/>
                </a:path>
              </a:pathLst>
            </a:custGeom>
            <a:solidFill>
              <a:srgbClr val="BFE471">
                <a:alpha val="70196"/>
              </a:srgbClr>
            </a:solidFill>
            <a:ln>
              <a:noFill/>
            </a:ln>
          </p:spPr>
        </p:sp>
        <p:sp>
          <p:nvSpPr>
            <p:cNvPr id="14" name="Google Shape;14;p12"/>
            <p:cNvSpPr/>
            <p:nvPr/>
          </p:nvSpPr>
          <p:spPr>
            <a:xfrm>
              <a:off x="10938999" y="-8467"/>
              <a:ext cx="1249825" cy="6866467"/>
            </a:xfrm>
            <a:custGeom>
              <a:rect b="b" l="l" r="r" t="t"/>
              <a:pathLst>
                <a:path extrusionOk="0" h="6858000" w="1249825">
                  <a:moveTo>
                    <a:pt x="0" y="0"/>
                  </a:moveTo>
                  <a:lnTo>
                    <a:pt x="1249825" y="0"/>
                  </a:lnTo>
                  <a:lnTo>
                    <a:pt x="1249825" y="6858000"/>
                  </a:lnTo>
                  <a:lnTo>
                    <a:pt x="1109382" y="6858000"/>
                  </a:lnTo>
                  <a:lnTo>
                    <a:pt x="0" y="0"/>
                  </a:lnTo>
                  <a:close/>
                </a:path>
              </a:pathLst>
            </a:custGeom>
            <a:solidFill>
              <a:schemeClr val="accent1">
                <a:alpha val="65098"/>
              </a:schemeClr>
            </a:solidFill>
            <a:ln>
              <a:noFill/>
            </a:ln>
          </p:spPr>
        </p:sp>
        <p:sp>
          <p:nvSpPr>
            <p:cNvPr id="15" name="Google Shape;15;p12"/>
            <p:cNvSpPr/>
            <p:nvPr/>
          </p:nvSpPr>
          <p:spPr>
            <a:xfrm>
              <a:off x="10371666" y="3589867"/>
              <a:ext cx="1817159" cy="3268133"/>
            </a:xfrm>
            <a:prstGeom prst="triangle">
              <a:avLst>
                <a:gd fmla="val 100000" name="adj"/>
              </a:avLst>
            </a:prstGeom>
            <a:solidFill>
              <a:schemeClr val="accent1">
                <a:alpha val="8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12"/>
            <p:cNvSpPr/>
            <p:nvPr/>
          </p:nvSpPr>
          <p:spPr>
            <a:xfrm>
              <a:off x="0" y="4013200"/>
              <a:ext cx="448733" cy="2844800"/>
            </a:xfrm>
            <a:prstGeom prst="triangle">
              <a:avLst>
                <a:gd fmla="val 0" name="adj"/>
              </a:avLst>
            </a:prstGeom>
            <a:solidFill>
              <a:schemeClr val="accent1">
                <a:alpha val="85098"/>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7" name="Google Shape;17;p12"/>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lvl1pPr lvl="0" marR="0" rtl="0" algn="l">
              <a:spcBef>
                <a:spcPts val="0"/>
              </a:spcBef>
              <a:spcAft>
                <a:spcPts val="0"/>
              </a:spcAft>
              <a:buClr>
                <a:schemeClr val="accent1"/>
              </a:buClr>
              <a:buSzPts val="3600"/>
              <a:buFont typeface="Trebuchet MS"/>
              <a:buNone/>
              <a:defRPr b="0" i="0" sz="3600" u="none" cap="none" strike="noStrike">
                <a:solidFill>
                  <a:schemeClr val="accent1"/>
                </a:solidFill>
                <a:latin typeface="Trebuchet MS"/>
                <a:ea typeface="Trebuchet MS"/>
                <a:cs typeface="Trebuchet MS"/>
                <a:sym typeface="Trebuchet MS"/>
              </a:defRPr>
            </a:lvl1pPr>
            <a:lvl2pPr lvl="1" marR="0" rtl="0" algn="l">
              <a:spcBef>
                <a:spcPts val="0"/>
              </a:spcBef>
              <a:spcAft>
                <a:spcPts val="0"/>
              </a:spcAft>
              <a:buSzPts val="1400"/>
              <a:buNone/>
              <a:defRPr b="0" i="0" sz="1800" u="none" cap="none" strike="noStrike">
                <a:solidFill>
                  <a:schemeClr val="dk2"/>
                </a:solidFill>
              </a:defRPr>
            </a:lvl2pPr>
            <a:lvl3pPr lvl="2" marR="0" rtl="0" algn="l">
              <a:spcBef>
                <a:spcPts val="0"/>
              </a:spcBef>
              <a:spcAft>
                <a:spcPts val="0"/>
              </a:spcAft>
              <a:buSzPts val="1400"/>
              <a:buNone/>
              <a:defRPr b="0" i="0" sz="1800" u="none" cap="none" strike="noStrike">
                <a:solidFill>
                  <a:schemeClr val="dk2"/>
                </a:solidFill>
              </a:defRPr>
            </a:lvl3pPr>
            <a:lvl4pPr lvl="3" marR="0" rtl="0" algn="l">
              <a:spcBef>
                <a:spcPts val="0"/>
              </a:spcBef>
              <a:spcAft>
                <a:spcPts val="0"/>
              </a:spcAft>
              <a:buSzPts val="1400"/>
              <a:buNone/>
              <a:defRPr b="0" i="0" sz="1800" u="none" cap="none" strike="noStrike">
                <a:solidFill>
                  <a:schemeClr val="dk2"/>
                </a:solidFill>
              </a:defRPr>
            </a:lvl4pPr>
            <a:lvl5pPr lvl="4" marR="0" rtl="0" algn="l">
              <a:spcBef>
                <a:spcPts val="0"/>
              </a:spcBef>
              <a:spcAft>
                <a:spcPts val="0"/>
              </a:spcAft>
              <a:buSzPts val="1400"/>
              <a:buNone/>
              <a:defRPr b="0" i="0" sz="1800" u="none" cap="none" strike="noStrike">
                <a:solidFill>
                  <a:schemeClr val="dk2"/>
                </a:solidFil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18" name="Google Shape;18;p12"/>
          <p:cNvSpPr txBox="1"/>
          <p:nvPr>
            <p:ph idx="1" type="body"/>
          </p:nvPr>
        </p:nvSpPr>
        <p:spPr>
          <a:xfrm>
            <a:off x="677334" y="2160589"/>
            <a:ext cx="8596668" cy="3880773"/>
          </a:xfrm>
          <a:prstGeom prst="rect">
            <a:avLst/>
          </a:prstGeom>
          <a:noFill/>
          <a:ln>
            <a:noFill/>
          </a:ln>
        </p:spPr>
        <p:txBody>
          <a:bodyPr anchorCtr="0" anchor="t" bIns="45700" lIns="91425" spcFirstLastPara="1" rIns="91425" wrap="square" tIns="45700">
            <a:normAutofit/>
          </a:bodyPr>
          <a:lstStyle>
            <a:lvl1pPr indent="-320040" lvl="0" marL="457200" marR="0" rtl="0" algn="l">
              <a:spcBef>
                <a:spcPts val="1000"/>
              </a:spcBef>
              <a:spcAft>
                <a:spcPts val="0"/>
              </a:spcAft>
              <a:buClr>
                <a:schemeClr val="accent1"/>
              </a:buClr>
              <a:buSzPts val="1440"/>
              <a:buFont typeface="Noto Sans Symbols"/>
              <a:buChar char="►"/>
              <a:defRPr b="0" i="0" sz="1800" u="none" cap="none" strike="noStrike">
                <a:solidFill>
                  <a:srgbClr val="3F3F3F"/>
                </a:solidFill>
                <a:latin typeface="Trebuchet MS"/>
                <a:ea typeface="Trebuchet MS"/>
                <a:cs typeface="Trebuchet MS"/>
                <a:sym typeface="Trebuchet MS"/>
              </a:defRPr>
            </a:lvl1pPr>
            <a:lvl2pPr indent="-309880" lvl="1" marL="914400" marR="0" rtl="0" algn="l">
              <a:spcBef>
                <a:spcPts val="1000"/>
              </a:spcBef>
              <a:spcAft>
                <a:spcPts val="0"/>
              </a:spcAft>
              <a:buClr>
                <a:schemeClr val="accent1"/>
              </a:buClr>
              <a:buSzPts val="1280"/>
              <a:buFont typeface="Noto Sans Symbols"/>
              <a:buChar char="►"/>
              <a:defRPr b="0" i="0" sz="1600" u="none" cap="none" strike="noStrike">
                <a:solidFill>
                  <a:srgbClr val="3F3F3F"/>
                </a:solidFill>
                <a:latin typeface="Trebuchet MS"/>
                <a:ea typeface="Trebuchet MS"/>
                <a:cs typeface="Trebuchet MS"/>
                <a:sym typeface="Trebuchet MS"/>
              </a:defRPr>
            </a:lvl2pPr>
            <a:lvl3pPr indent="-299720" lvl="2" marL="1371600" marR="0" rtl="0" algn="l">
              <a:spcBef>
                <a:spcPts val="1000"/>
              </a:spcBef>
              <a:spcAft>
                <a:spcPts val="0"/>
              </a:spcAft>
              <a:buClr>
                <a:schemeClr val="accent1"/>
              </a:buClr>
              <a:buSzPts val="1120"/>
              <a:buFont typeface="Noto Sans Symbols"/>
              <a:buChar char="►"/>
              <a:defRPr b="0" i="0" sz="1400" u="none" cap="none" strike="noStrike">
                <a:solidFill>
                  <a:srgbClr val="3F3F3F"/>
                </a:solidFill>
                <a:latin typeface="Trebuchet MS"/>
                <a:ea typeface="Trebuchet MS"/>
                <a:cs typeface="Trebuchet MS"/>
                <a:sym typeface="Trebuchet MS"/>
              </a:defRPr>
            </a:lvl3pPr>
            <a:lvl4pPr indent="-289560" lvl="3" marL="18288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4pPr>
            <a:lvl5pPr indent="-289560" lvl="4" marL="22860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5pPr>
            <a:lvl6pPr indent="-289560" lvl="5" marL="27432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6pPr>
            <a:lvl7pPr indent="-289560" lvl="6" marL="32004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7pPr>
            <a:lvl8pPr indent="-289560" lvl="7" marL="36576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8pPr>
            <a:lvl9pPr indent="-289560" lvl="8" marL="41148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9pPr>
          </a:lstStyle>
          <a:p/>
        </p:txBody>
      </p:sp>
      <p:sp>
        <p:nvSpPr>
          <p:cNvPr id="19" name="Google Shape;19;p12"/>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900" u="none" cap="none" strike="noStrike">
                <a:solidFill>
                  <a:srgbClr val="888888"/>
                </a:solidFill>
                <a:latin typeface="Trebuchet MS"/>
                <a:ea typeface="Trebuchet MS"/>
                <a:cs typeface="Trebuchet MS"/>
                <a:sym typeface="Trebuchet MS"/>
              </a:defRPr>
            </a:lvl1pPr>
            <a:lvl2pPr lvl="1"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2pPr>
            <a:lvl3pPr lvl="2"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3pPr>
            <a:lvl4pPr lvl="3"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4pPr>
            <a:lvl5pPr lvl="4"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5pPr>
            <a:lvl6pPr lvl="5"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6pPr>
            <a:lvl7pPr lvl="6"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7pPr>
            <a:lvl8pPr lvl="7"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8pPr>
            <a:lvl9pPr lvl="8"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9pPr>
          </a:lstStyle>
          <a:p/>
        </p:txBody>
      </p:sp>
      <p:sp>
        <p:nvSpPr>
          <p:cNvPr id="20" name="Google Shape;20;p12"/>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900" u="none" cap="none" strike="noStrike">
                <a:solidFill>
                  <a:srgbClr val="888888"/>
                </a:solidFill>
                <a:latin typeface="Trebuchet MS"/>
                <a:ea typeface="Trebuchet MS"/>
                <a:cs typeface="Trebuchet MS"/>
                <a:sym typeface="Trebuchet MS"/>
              </a:defRPr>
            </a:lvl1pPr>
            <a:lvl2pPr lvl="1"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2pPr>
            <a:lvl3pPr lvl="2"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3pPr>
            <a:lvl4pPr lvl="3"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4pPr>
            <a:lvl5pPr lvl="4"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5pPr>
            <a:lvl6pPr lvl="5"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6pPr>
            <a:lvl7pPr lvl="6"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7pPr>
            <a:lvl8pPr lvl="7"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8pPr>
            <a:lvl9pPr lvl="8"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9pPr>
          </a:lstStyle>
          <a:p/>
        </p:txBody>
      </p:sp>
      <p:sp>
        <p:nvSpPr>
          <p:cNvPr id="21" name="Google Shape;21;p12"/>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900" u="none" cap="none" strike="noStrike">
                <a:solidFill>
                  <a:schemeClr val="accent1"/>
                </a:solidFill>
                <a:latin typeface="Trebuchet MS"/>
                <a:ea typeface="Trebuchet MS"/>
                <a:cs typeface="Trebuchet MS"/>
                <a:sym typeface="Trebuchet MS"/>
              </a:defRPr>
            </a:lvl1pPr>
            <a:lvl2pPr indent="0" lvl="1" marL="0" marR="0" rtl="0" algn="r">
              <a:spcBef>
                <a:spcPts val="0"/>
              </a:spcBef>
              <a:buNone/>
              <a:defRPr b="0" i="0" sz="900" u="none" cap="none" strike="noStrike">
                <a:solidFill>
                  <a:schemeClr val="accent1"/>
                </a:solidFill>
                <a:latin typeface="Trebuchet MS"/>
                <a:ea typeface="Trebuchet MS"/>
                <a:cs typeface="Trebuchet MS"/>
                <a:sym typeface="Trebuchet MS"/>
              </a:defRPr>
            </a:lvl2pPr>
            <a:lvl3pPr indent="0" lvl="2" marL="0" marR="0" rtl="0" algn="r">
              <a:spcBef>
                <a:spcPts val="0"/>
              </a:spcBef>
              <a:buNone/>
              <a:defRPr b="0" i="0" sz="900" u="none" cap="none" strike="noStrike">
                <a:solidFill>
                  <a:schemeClr val="accent1"/>
                </a:solidFill>
                <a:latin typeface="Trebuchet MS"/>
                <a:ea typeface="Trebuchet MS"/>
                <a:cs typeface="Trebuchet MS"/>
                <a:sym typeface="Trebuchet MS"/>
              </a:defRPr>
            </a:lvl3pPr>
            <a:lvl4pPr indent="0" lvl="3" marL="0" marR="0" rtl="0" algn="r">
              <a:spcBef>
                <a:spcPts val="0"/>
              </a:spcBef>
              <a:buNone/>
              <a:defRPr b="0" i="0" sz="900" u="none" cap="none" strike="noStrike">
                <a:solidFill>
                  <a:schemeClr val="accent1"/>
                </a:solidFill>
                <a:latin typeface="Trebuchet MS"/>
                <a:ea typeface="Trebuchet MS"/>
                <a:cs typeface="Trebuchet MS"/>
                <a:sym typeface="Trebuchet MS"/>
              </a:defRPr>
            </a:lvl4pPr>
            <a:lvl5pPr indent="0" lvl="4" marL="0" marR="0" rtl="0" algn="r">
              <a:spcBef>
                <a:spcPts val="0"/>
              </a:spcBef>
              <a:buNone/>
              <a:defRPr b="0" i="0" sz="900" u="none" cap="none" strike="noStrike">
                <a:solidFill>
                  <a:schemeClr val="accent1"/>
                </a:solidFill>
                <a:latin typeface="Trebuchet MS"/>
                <a:ea typeface="Trebuchet MS"/>
                <a:cs typeface="Trebuchet MS"/>
                <a:sym typeface="Trebuchet MS"/>
              </a:defRPr>
            </a:lvl5pPr>
            <a:lvl6pPr indent="0" lvl="5" marL="0" marR="0" rtl="0" algn="r">
              <a:spcBef>
                <a:spcPts val="0"/>
              </a:spcBef>
              <a:buNone/>
              <a:defRPr b="0" i="0" sz="900" u="none" cap="none" strike="noStrike">
                <a:solidFill>
                  <a:schemeClr val="accent1"/>
                </a:solidFill>
                <a:latin typeface="Trebuchet MS"/>
                <a:ea typeface="Trebuchet MS"/>
                <a:cs typeface="Trebuchet MS"/>
                <a:sym typeface="Trebuchet MS"/>
              </a:defRPr>
            </a:lvl6pPr>
            <a:lvl7pPr indent="0" lvl="6" marL="0" marR="0" rtl="0" algn="r">
              <a:spcBef>
                <a:spcPts val="0"/>
              </a:spcBef>
              <a:buNone/>
              <a:defRPr b="0" i="0" sz="900" u="none" cap="none" strike="noStrike">
                <a:solidFill>
                  <a:schemeClr val="accent1"/>
                </a:solidFill>
                <a:latin typeface="Trebuchet MS"/>
                <a:ea typeface="Trebuchet MS"/>
                <a:cs typeface="Trebuchet MS"/>
                <a:sym typeface="Trebuchet MS"/>
              </a:defRPr>
            </a:lvl7pPr>
            <a:lvl8pPr indent="0" lvl="7" marL="0" marR="0" rtl="0" algn="r">
              <a:spcBef>
                <a:spcPts val="0"/>
              </a:spcBef>
              <a:buNone/>
              <a:defRPr b="0" i="0" sz="900" u="none" cap="none" strike="noStrike">
                <a:solidFill>
                  <a:schemeClr val="accent1"/>
                </a:solidFill>
                <a:latin typeface="Trebuchet MS"/>
                <a:ea typeface="Trebuchet MS"/>
                <a:cs typeface="Trebuchet MS"/>
                <a:sym typeface="Trebuchet MS"/>
              </a:defRPr>
            </a:lvl8pPr>
            <a:lvl9pPr indent="0" lvl="8" marL="0" marR="0" rtl="0" algn="r">
              <a:spcBef>
                <a:spcPts val="0"/>
              </a:spcBef>
              <a:buNone/>
              <a:defRPr b="0" i="0" sz="900" u="none" cap="none" strike="noStrike">
                <a:solidFill>
                  <a:schemeClr val="accent1"/>
                </a:solidFill>
                <a:latin typeface="Trebuchet MS"/>
                <a:ea typeface="Trebuchet MS"/>
                <a:cs typeface="Trebuchet MS"/>
                <a:sym typeface="Trebuchet MS"/>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1" Type="http://schemas.openxmlformats.org/officeDocument/2006/relationships/hyperlink" Target="https://zapier.com/blog/claude-api/" TargetMode="External"/><Relationship Id="rId10" Type="http://schemas.openxmlformats.org/officeDocument/2006/relationships/hyperlink" Target="https://platform.openai.com/docs/overview" TargetMode="External"/><Relationship Id="rId13" Type="http://schemas.openxmlformats.org/officeDocument/2006/relationships/hyperlink" Target="https://docs.anthropic.com/en/api/getting-started" TargetMode="External"/><Relationship Id="rId12" Type="http://schemas.openxmlformats.org/officeDocument/2006/relationships/hyperlink" Target="https://docs.anthropic.com/en/api/getting-started" TargetMode="External"/><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hyperlink" Target="https://medium.com/@aydinKerem/what-is-an-llm-agent-and-how-does-it-work-1d4d9e4381ca" TargetMode="External"/><Relationship Id="rId4" Type="http://schemas.openxmlformats.org/officeDocument/2006/relationships/hyperlink" Target="https://www.ionio.ai/blog/what-is-llm-agent-ultimate-guide-to-llm-agent-with-technical-breakdown" TargetMode="External"/><Relationship Id="rId9" Type="http://schemas.openxmlformats.org/officeDocument/2006/relationships/hyperlink" Target="https://platform.openai.com/docs/overview" TargetMode="External"/><Relationship Id="rId5" Type="http://schemas.openxmlformats.org/officeDocument/2006/relationships/hyperlink" Target="https://stablecog.com/blog/what-is-an-ai-agent" TargetMode="External"/><Relationship Id="rId6" Type="http://schemas.openxmlformats.org/officeDocument/2006/relationships/hyperlink" Target="https://www.brainvire.com/blog/understanding-ai-agents-features-applications-and-deployment/" TargetMode="External"/><Relationship Id="rId7" Type="http://schemas.openxmlformats.org/officeDocument/2006/relationships/hyperlink" Target="https://www.linkedin.com/pulse/agent-ai-new-era-intelligent-app-development-tarun-sharma-laffc/" TargetMode="External"/><Relationship Id="rId8" Type="http://schemas.openxmlformats.org/officeDocument/2006/relationships/hyperlink" Target="https://www.linkedin.com/pulse/agent-ai-new-era-intelligent-app-development-tarun-sharma-laffc/"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pic>
        <p:nvPicPr>
          <p:cNvPr descr="Background pattern&#10;&#10;Description automatically generated" id="143" name="Google Shape;143;p1"/>
          <p:cNvPicPr preferRelativeResize="0"/>
          <p:nvPr/>
        </p:nvPicPr>
        <p:blipFill rotWithShape="1">
          <a:blip r:embed="rId3">
            <a:alphaModFix/>
          </a:blip>
          <a:srcRect b="0" l="0" r="0" t="0"/>
          <a:stretch/>
        </p:blipFill>
        <p:spPr>
          <a:xfrm>
            <a:off x="4074846" y="0"/>
            <a:ext cx="8115300" cy="6858000"/>
          </a:xfrm>
          <a:prstGeom prst="rect">
            <a:avLst/>
          </a:prstGeom>
          <a:noFill/>
          <a:ln>
            <a:noFill/>
          </a:ln>
        </p:spPr>
      </p:pic>
      <p:sp>
        <p:nvSpPr>
          <p:cNvPr id="144" name="Google Shape;144;p1"/>
          <p:cNvSpPr/>
          <p:nvPr/>
        </p:nvSpPr>
        <p:spPr>
          <a:xfrm>
            <a:off x="440710" y="3688717"/>
            <a:ext cx="4268372" cy="2869558"/>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dk1"/>
              </a:buClr>
              <a:buSzPts val="3600"/>
              <a:buFont typeface="Arial Black"/>
              <a:buNone/>
            </a:pPr>
            <a:r>
              <a:rPr b="0" i="0" lang="en-US" sz="3600" u="none" cap="none" strike="noStrike">
                <a:solidFill>
                  <a:schemeClr val="dk1"/>
                </a:solidFill>
                <a:latin typeface="Arial Black"/>
                <a:ea typeface="Arial Black"/>
                <a:cs typeface="Arial Black"/>
                <a:sym typeface="Arial Black"/>
              </a:rPr>
              <a:t>AI Agents &amp;</a:t>
            </a:r>
            <a:endParaRPr b="0" i="0" sz="3600" u="none" cap="none" strike="noStrike">
              <a:solidFill>
                <a:schemeClr val="dk1"/>
              </a:solidFill>
              <a:latin typeface="Arial Black"/>
              <a:ea typeface="Arial Black"/>
              <a:cs typeface="Arial Black"/>
              <a:sym typeface="Arial Black"/>
            </a:endParaRPr>
          </a:p>
          <a:p>
            <a:pPr indent="0" lvl="0" marL="0" marR="0" rtl="0" algn="l">
              <a:lnSpc>
                <a:spcPct val="90000"/>
              </a:lnSpc>
              <a:spcBef>
                <a:spcPts val="0"/>
              </a:spcBef>
              <a:spcAft>
                <a:spcPts val="0"/>
              </a:spcAft>
              <a:buClr>
                <a:schemeClr val="dk1"/>
              </a:buClr>
              <a:buSzPts val="3600"/>
              <a:buFont typeface="Arial Black"/>
              <a:buNone/>
            </a:pPr>
            <a:r>
              <a:rPr b="0" i="0" lang="en-US" sz="3600" u="none" cap="none" strike="noStrike">
                <a:solidFill>
                  <a:schemeClr val="dk1"/>
                </a:solidFill>
                <a:latin typeface="Arial Black"/>
                <a:ea typeface="Arial Black"/>
                <a:cs typeface="Arial Black"/>
                <a:sym typeface="Arial Black"/>
              </a:rPr>
              <a:t>Integrations</a:t>
            </a:r>
            <a:endParaRPr b="0" i="0" sz="3600" u="none" cap="none" strike="noStrike">
              <a:solidFill>
                <a:schemeClr val="dk1"/>
              </a:solidFill>
              <a:latin typeface="Arial Black"/>
              <a:ea typeface="Arial Black"/>
              <a:cs typeface="Arial Black"/>
              <a:sym typeface="Arial Black"/>
            </a:endParaRPr>
          </a:p>
          <a:p>
            <a:pPr indent="0" lvl="0" marL="0" marR="0" rtl="0" algn="l">
              <a:lnSpc>
                <a:spcPct val="90000"/>
              </a:lnSpc>
              <a:spcBef>
                <a:spcPts val="0"/>
              </a:spcBef>
              <a:spcAft>
                <a:spcPts val="0"/>
              </a:spcAft>
              <a:buClr>
                <a:schemeClr val="dk1"/>
              </a:buClr>
              <a:buSzPts val="1800"/>
              <a:buFont typeface="Arial Black"/>
              <a:buNone/>
            </a:pPr>
            <a:r>
              <a:t/>
            </a:r>
            <a:endParaRPr b="1" i="0" sz="1800" u="none" cap="none" strike="noStrike">
              <a:solidFill>
                <a:schemeClr val="dk1"/>
              </a:solidFill>
              <a:latin typeface="Arial Black"/>
              <a:ea typeface="Arial Black"/>
              <a:cs typeface="Arial Black"/>
              <a:sym typeface="Arial Black"/>
            </a:endParaRPr>
          </a:p>
          <a:p>
            <a:pPr indent="0" lvl="0" marL="0" marR="0" rtl="0" algn="l">
              <a:lnSpc>
                <a:spcPct val="90000"/>
              </a:lnSpc>
              <a:spcBef>
                <a:spcPts val="0"/>
              </a:spcBef>
              <a:spcAft>
                <a:spcPts val="0"/>
              </a:spcAft>
              <a:buClr>
                <a:schemeClr val="dk1"/>
              </a:buClr>
              <a:buSzPts val="1800"/>
              <a:buFont typeface="Arial Black"/>
              <a:buNone/>
            </a:pPr>
            <a:r>
              <a:t/>
            </a:r>
            <a:endParaRPr b="1" i="0" sz="1800" u="none" cap="none" strike="noStrike">
              <a:solidFill>
                <a:schemeClr val="dk1"/>
              </a:solidFill>
              <a:latin typeface="Arial Black"/>
              <a:ea typeface="Arial Black"/>
              <a:cs typeface="Arial Black"/>
              <a:sym typeface="Arial Black"/>
            </a:endParaRPr>
          </a:p>
          <a:p>
            <a:pPr indent="0" lvl="0" marL="0" marR="0" rtl="0" algn="l">
              <a:lnSpc>
                <a:spcPct val="90000"/>
              </a:lnSpc>
              <a:spcBef>
                <a:spcPts val="0"/>
              </a:spcBef>
              <a:spcAft>
                <a:spcPts val="0"/>
              </a:spcAft>
              <a:buClr>
                <a:schemeClr val="dk1"/>
              </a:buClr>
              <a:buSzPts val="1800"/>
              <a:buFont typeface="Arial Black"/>
              <a:buNone/>
            </a:pPr>
            <a:r>
              <a:t/>
            </a:r>
            <a:endParaRPr b="0" i="0" sz="1800" u="none" cap="none" strike="noStrike">
              <a:solidFill>
                <a:schemeClr val="dk1"/>
              </a:solidFill>
              <a:latin typeface="Calibri"/>
              <a:ea typeface="Calibri"/>
              <a:cs typeface="Calibri"/>
              <a:sym typeface="Calibri"/>
            </a:endParaRPr>
          </a:p>
          <a:p>
            <a:pPr indent="0" lvl="0" marL="0" marR="0" rtl="0" algn="l">
              <a:lnSpc>
                <a:spcPct val="90000"/>
              </a:lnSpc>
              <a:spcBef>
                <a:spcPts val="0"/>
              </a:spcBef>
              <a:spcAft>
                <a:spcPts val="0"/>
              </a:spcAft>
              <a:buClr>
                <a:schemeClr val="dk1"/>
              </a:buClr>
              <a:buSzPts val="1800"/>
              <a:buFont typeface="Calibri"/>
              <a:buNone/>
            </a:pPr>
            <a:r>
              <a:rPr b="0" i="0" lang="en-US" sz="1800" u="none" cap="none" strike="noStrike">
                <a:solidFill>
                  <a:schemeClr val="dk1"/>
                </a:solidFill>
                <a:latin typeface="Calibri"/>
                <a:ea typeface="Calibri"/>
                <a:cs typeface="Calibri"/>
                <a:sym typeface="Calibri"/>
              </a:rPr>
              <a:t>Hector Triana</a:t>
            </a:r>
            <a:endParaRPr/>
          </a:p>
          <a:p>
            <a:pPr indent="0" lvl="0" marL="0" marR="0" rtl="0" algn="l">
              <a:lnSpc>
                <a:spcPct val="90000"/>
              </a:lnSpc>
              <a:spcBef>
                <a:spcPts val="0"/>
              </a:spcBef>
              <a:spcAft>
                <a:spcPts val="0"/>
              </a:spcAft>
              <a:buClr>
                <a:schemeClr val="dk1"/>
              </a:buClr>
              <a:buSzPts val="3600"/>
              <a:buFont typeface="Arial Black"/>
              <a:buNone/>
            </a:pPr>
            <a:r>
              <a:t/>
            </a:r>
            <a:endParaRPr b="1" i="0" sz="3600" u="none" cap="none" strike="noStrike">
              <a:solidFill>
                <a:schemeClr val="dk1"/>
              </a:solidFill>
              <a:latin typeface="Arial Black"/>
              <a:ea typeface="Arial Black"/>
              <a:cs typeface="Arial Black"/>
              <a:sym typeface="Arial Black"/>
            </a:endParaRPr>
          </a:p>
        </p:txBody>
      </p:sp>
      <p:pic>
        <p:nvPicPr>
          <p:cNvPr id="145" name="Google Shape;145;p1"/>
          <p:cNvPicPr preferRelativeResize="0"/>
          <p:nvPr/>
        </p:nvPicPr>
        <p:blipFill>
          <a:blip r:embed="rId4">
            <a:alphaModFix/>
          </a:blip>
          <a:stretch>
            <a:fillRect/>
          </a:stretch>
        </p:blipFill>
        <p:spPr>
          <a:xfrm>
            <a:off x="757950" y="673450"/>
            <a:ext cx="3513650" cy="15430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
          <p:cNvSpPr/>
          <p:nvPr/>
        </p:nvSpPr>
        <p:spPr>
          <a:xfrm>
            <a:off x="586309" y="0"/>
            <a:ext cx="10294298" cy="90678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chemeClr val="dk1"/>
              </a:buClr>
              <a:buSzPts val="2800"/>
              <a:buFont typeface="Arial Black"/>
              <a:buNone/>
            </a:pPr>
            <a:r>
              <a:rPr b="0" i="0" lang="en-US" sz="2800" u="none" cap="none" strike="noStrike">
                <a:solidFill>
                  <a:schemeClr val="dk1"/>
                </a:solidFill>
                <a:latin typeface="Arial Black"/>
                <a:ea typeface="Arial Black"/>
                <a:cs typeface="Arial Black"/>
                <a:sym typeface="Arial Black"/>
              </a:rPr>
              <a:t>What is an AI Agent?</a:t>
            </a:r>
            <a:endParaRPr b="1" i="0" sz="2800" u="none" cap="none" strike="noStrike">
              <a:solidFill>
                <a:schemeClr val="dk1"/>
              </a:solidFill>
              <a:latin typeface="Arial Black"/>
              <a:ea typeface="Arial Black"/>
              <a:cs typeface="Arial Black"/>
              <a:sym typeface="Arial Black"/>
            </a:endParaRPr>
          </a:p>
        </p:txBody>
      </p:sp>
      <p:sp>
        <p:nvSpPr>
          <p:cNvPr id="151" name="Google Shape;151;p2"/>
          <p:cNvSpPr txBox="1"/>
          <p:nvPr/>
        </p:nvSpPr>
        <p:spPr>
          <a:xfrm>
            <a:off x="1306104" y="3828375"/>
            <a:ext cx="8838104" cy="3416320"/>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0" i="0" lang="en-US" sz="1800" u="none" cap="none" strike="noStrike">
                <a:solidFill>
                  <a:schemeClr val="dk1"/>
                </a:solidFill>
                <a:latin typeface="Trebuchet MS"/>
                <a:ea typeface="Trebuchet MS"/>
                <a:cs typeface="Trebuchet MS"/>
                <a:sym typeface="Trebuchet MS"/>
              </a:rPr>
              <a:t>An AI or LLM agent is a software entity that autonomously performs tasks based on input, environmental factors, and predefined goals. These agents leverage AI models and can act, respond, learn, and adapt over time. This type of AI system that goes beyond simple text production. It uses a large language model (LLM) as its central computational engine, allowing it to carry on conversations, do tasks, reason, and display a degree of autonomy.</a:t>
            </a:r>
            <a:endParaRPr b="0" i="0" sz="1800" u="none" cap="none" strike="noStrike">
              <a:solidFill>
                <a:schemeClr val="dk1"/>
              </a:solidFill>
              <a:latin typeface="Trebuchet MS"/>
              <a:ea typeface="Trebuchet MS"/>
              <a:cs typeface="Trebuchet MS"/>
              <a:sym typeface="Trebuchet MS"/>
            </a:endParaRPr>
          </a:p>
          <a:p>
            <a:pPr indent="0" lvl="0" marL="0" marR="0" rtl="0" algn="just">
              <a:spcBef>
                <a:spcPts val="0"/>
              </a:spcBef>
              <a:spcAft>
                <a:spcPts val="0"/>
              </a:spcAft>
              <a:buNone/>
            </a:pPr>
            <a:r>
              <a:rPr b="0" i="0" lang="en-US" sz="1800" u="none" cap="none" strike="noStrike">
                <a:solidFill>
                  <a:schemeClr val="dk1"/>
                </a:solidFill>
                <a:latin typeface="Trebuchet MS"/>
                <a:ea typeface="Trebuchet MS"/>
                <a:cs typeface="Trebuchet MS"/>
                <a:sym typeface="Trebuchet MS"/>
              </a:rPr>
              <a:t>Carefully crafted prompts that encode identities, instructions, authorization, and context guide LLM agents and shape their replies and activities.</a:t>
            </a:r>
            <a:endParaRPr b="0" i="0" sz="1800" u="none" cap="none" strike="noStrike">
              <a:solidFill>
                <a:schemeClr val="dk1"/>
              </a:solidFill>
              <a:latin typeface="Trebuchet MS"/>
              <a:ea typeface="Trebuchet MS"/>
              <a:cs typeface="Trebuchet MS"/>
              <a:sym typeface="Trebuchet MS"/>
            </a:endParaRPr>
          </a:p>
          <a:p>
            <a:pPr indent="0" lvl="0" marL="0" marR="0" rtl="0" algn="just">
              <a:spcBef>
                <a:spcPts val="0"/>
              </a:spcBef>
              <a:spcAft>
                <a:spcPts val="0"/>
              </a:spcAft>
              <a:buNone/>
            </a:pPr>
            <a:r>
              <a:t/>
            </a:r>
            <a:endParaRPr b="0" i="0" sz="1800" u="none" cap="none" strike="noStrike">
              <a:solidFill>
                <a:schemeClr val="dk1"/>
              </a:solidFill>
              <a:latin typeface="Trebuchet MS"/>
              <a:ea typeface="Trebuchet MS"/>
              <a:cs typeface="Trebuchet MS"/>
              <a:sym typeface="Trebuchet MS"/>
            </a:endParaRPr>
          </a:p>
          <a:p>
            <a:pPr indent="0" lvl="0" marL="0" marR="0" rtl="0" algn="just">
              <a:spcBef>
                <a:spcPts val="0"/>
              </a:spcBef>
              <a:spcAft>
                <a:spcPts val="0"/>
              </a:spcAft>
              <a:buNone/>
            </a:pPr>
            <a:r>
              <a:t/>
            </a:r>
            <a:endParaRPr b="0" i="0" sz="1800" u="none" cap="none" strike="noStrike">
              <a:solidFill>
                <a:schemeClr val="dk1"/>
              </a:solidFill>
              <a:latin typeface="Trebuchet MS"/>
              <a:ea typeface="Trebuchet MS"/>
              <a:cs typeface="Trebuchet MS"/>
              <a:sym typeface="Trebuchet MS"/>
            </a:endParaRPr>
          </a:p>
          <a:p>
            <a:pPr indent="0" lvl="0" marL="0" marR="0" rtl="0" algn="just">
              <a:spcBef>
                <a:spcPts val="0"/>
              </a:spcBef>
              <a:spcAft>
                <a:spcPts val="0"/>
              </a:spcAft>
              <a:buNone/>
            </a:pPr>
            <a:r>
              <a:t/>
            </a:r>
            <a:endParaRPr b="0" i="0" sz="1800" u="none" cap="none" strike="noStrike">
              <a:solidFill>
                <a:schemeClr val="dk1"/>
              </a:solidFill>
              <a:latin typeface="Trebuchet MS"/>
              <a:ea typeface="Trebuchet MS"/>
              <a:cs typeface="Trebuchet MS"/>
              <a:sym typeface="Trebuchet MS"/>
            </a:endParaRPr>
          </a:p>
          <a:p>
            <a:pPr indent="0" lvl="0" marL="0" marR="0" rtl="0" algn="just">
              <a:spcBef>
                <a:spcPts val="0"/>
              </a:spcBef>
              <a:spcAft>
                <a:spcPts val="0"/>
              </a:spcAft>
              <a:buNone/>
            </a:pPr>
            <a:r>
              <a:t/>
            </a:r>
            <a:endParaRPr b="0" i="0" sz="1800" u="none" cap="none" strike="noStrike">
              <a:solidFill>
                <a:schemeClr val="dk1"/>
              </a:solidFill>
              <a:latin typeface="Trebuchet MS"/>
              <a:ea typeface="Trebuchet MS"/>
              <a:cs typeface="Trebuchet MS"/>
              <a:sym typeface="Trebuchet MS"/>
            </a:endParaRPr>
          </a:p>
        </p:txBody>
      </p:sp>
      <p:pic>
        <p:nvPicPr>
          <p:cNvPr descr="A diagram of a agent&#10;&#10;Description automatically generated" id="152" name="Google Shape;152;p2"/>
          <p:cNvPicPr preferRelativeResize="0"/>
          <p:nvPr/>
        </p:nvPicPr>
        <p:blipFill rotWithShape="1">
          <a:blip r:embed="rId3">
            <a:alphaModFix/>
          </a:blip>
          <a:srcRect b="0" l="0" r="0" t="0"/>
          <a:stretch/>
        </p:blipFill>
        <p:spPr>
          <a:xfrm>
            <a:off x="723900" y="1114425"/>
            <a:ext cx="5353050" cy="2295525"/>
          </a:xfrm>
          <a:prstGeom prst="rect">
            <a:avLst/>
          </a:prstGeom>
          <a:noFill/>
          <a:ln>
            <a:noFill/>
          </a:ln>
        </p:spPr>
      </p:pic>
      <p:pic>
        <p:nvPicPr>
          <p:cNvPr descr="A person looking at a robot on a computer screen&#10;&#10;Description automatically generated" id="153" name="Google Shape;153;p2"/>
          <p:cNvPicPr preferRelativeResize="0"/>
          <p:nvPr/>
        </p:nvPicPr>
        <p:blipFill rotWithShape="1">
          <a:blip r:embed="rId4">
            <a:alphaModFix/>
          </a:blip>
          <a:srcRect b="0" l="0" r="0" t="0"/>
          <a:stretch/>
        </p:blipFill>
        <p:spPr>
          <a:xfrm>
            <a:off x="6777038" y="1114425"/>
            <a:ext cx="4352925" cy="22955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g397340f6012_0_0"/>
          <p:cNvSpPr txBox="1"/>
          <p:nvPr/>
        </p:nvSpPr>
        <p:spPr>
          <a:xfrm>
            <a:off x="140800" y="1563100"/>
            <a:ext cx="11326800" cy="4063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i="1" lang="en-US" sz="1800"/>
              <a:t>Four Pillars</a:t>
            </a:r>
            <a:endParaRPr b="1" i="1" sz="1800"/>
          </a:p>
          <a:p>
            <a:pPr indent="0" lvl="0" marL="0" rtl="0" algn="ctr">
              <a:spcBef>
                <a:spcPts val="0"/>
              </a:spcBef>
              <a:spcAft>
                <a:spcPts val="0"/>
              </a:spcAft>
              <a:buNone/>
            </a:pPr>
            <a:r>
              <a:t/>
            </a:r>
            <a:endParaRPr sz="1800"/>
          </a:p>
          <a:p>
            <a:pPr indent="0" lvl="0" marL="0" rtl="0" algn="ctr">
              <a:spcBef>
                <a:spcPts val="0"/>
              </a:spcBef>
              <a:spcAft>
                <a:spcPts val="0"/>
              </a:spcAft>
              <a:buNone/>
            </a:pPr>
            <a:r>
              <a:rPr lang="en-US" sz="1800"/>
              <a:t>REASON — Analyze problems and plan solutions</a:t>
            </a:r>
            <a:endParaRPr sz="1800"/>
          </a:p>
          <a:p>
            <a:pPr indent="0" lvl="0" marL="0" rtl="0" algn="ctr">
              <a:spcBef>
                <a:spcPts val="0"/>
              </a:spcBef>
              <a:spcAft>
                <a:spcPts val="0"/>
              </a:spcAft>
              <a:buNone/>
            </a:pPr>
            <a:r>
              <a:rPr lang="en-US" sz="1800"/>
              <a:t>ACT — Execute tasks using tools and APIs</a:t>
            </a:r>
            <a:endParaRPr sz="1800"/>
          </a:p>
          <a:p>
            <a:pPr indent="0" lvl="0" marL="0" rtl="0" algn="ctr">
              <a:spcBef>
                <a:spcPts val="0"/>
              </a:spcBef>
              <a:spcAft>
                <a:spcPts val="0"/>
              </a:spcAft>
              <a:buNone/>
            </a:pPr>
            <a:r>
              <a:rPr lang="en-US" sz="1800"/>
              <a:t>LEARN — Adapt based on feedback and outcomes</a:t>
            </a:r>
            <a:endParaRPr sz="1800"/>
          </a:p>
          <a:p>
            <a:pPr indent="0" lvl="0" marL="0" rtl="0" algn="ctr">
              <a:spcBef>
                <a:spcPts val="0"/>
              </a:spcBef>
              <a:spcAft>
                <a:spcPts val="0"/>
              </a:spcAft>
              <a:buNone/>
            </a:pPr>
            <a:r>
              <a:rPr lang="en-US" sz="1800"/>
              <a:t>REMEMBER — Retain context across interactions</a:t>
            </a:r>
            <a:endParaRPr sz="1800"/>
          </a:p>
          <a:p>
            <a:pPr indent="0" lvl="0" marL="0" rtl="0" algn="ctr">
              <a:spcBef>
                <a:spcPts val="0"/>
              </a:spcBef>
              <a:spcAft>
                <a:spcPts val="0"/>
              </a:spcAft>
              <a:buNone/>
            </a:pPr>
            <a:r>
              <a:t/>
            </a:r>
            <a:endParaRPr sz="1800"/>
          </a:p>
          <a:p>
            <a:pPr indent="0" lvl="0" marL="0" rtl="0" algn="ctr">
              <a:spcBef>
                <a:spcPts val="0"/>
              </a:spcBef>
              <a:spcAft>
                <a:spcPts val="0"/>
              </a:spcAft>
              <a:buNone/>
            </a:pPr>
            <a:r>
              <a:t/>
            </a:r>
            <a:endParaRPr sz="1800"/>
          </a:p>
          <a:p>
            <a:pPr indent="0" lvl="0" marL="0" rtl="0" algn="ctr">
              <a:spcBef>
                <a:spcPts val="0"/>
              </a:spcBef>
              <a:spcAft>
                <a:spcPts val="0"/>
              </a:spcAft>
              <a:buNone/>
            </a:pPr>
            <a:r>
              <a:rPr b="1" i="1" lang="en-US" sz="1800"/>
              <a:t>What Makes Them "Agentic"?</a:t>
            </a:r>
            <a:endParaRPr b="1" i="1" sz="1800"/>
          </a:p>
          <a:p>
            <a:pPr indent="0" lvl="0" marL="0" rtl="0" algn="ctr">
              <a:spcBef>
                <a:spcPts val="0"/>
              </a:spcBef>
              <a:spcAft>
                <a:spcPts val="0"/>
              </a:spcAft>
              <a:buNone/>
            </a:pPr>
            <a:r>
              <a:t/>
            </a:r>
            <a:endParaRPr sz="1800"/>
          </a:p>
          <a:p>
            <a:pPr indent="0" lvl="0" marL="0" rtl="0" algn="ctr">
              <a:spcBef>
                <a:spcPts val="0"/>
              </a:spcBef>
              <a:spcAft>
                <a:spcPts val="0"/>
              </a:spcAft>
              <a:buNone/>
            </a:pPr>
            <a:r>
              <a:rPr lang="en-US" sz="1800"/>
              <a:t>Autonomy: Work independently toward goals</a:t>
            </a:r>
            <a:endParaRPr sz="1800"/>
          </a:p>
          <a:p>
            <a:pPr indent="0" lvl="0" marL="0" rtl="0" algn="ctr">
              <a:spcBef>
                <a:spcPts val="0"/>
              </a:spcBef>
              <a:spcAft>
                <a:spcPts val="0"/>
              </a:spcAft>
              <a:buNone/>
            </a:pPr>
            <a:r>
              <a:rPr lang="en-US" sz="1800"/>
              <a:t>Tool Use: Connect to databases, APIs, web services</a:t>
            </a:r>
            <a:endParaRPr sz="1800"/>
          </a:p>
          <a:p>
            <a:pPr indent="0" lvl="0" marL="0" rtl="0" algn="ctr">
              <a:spcBef>
                <a:spcPts val="0"/>
              </a:spcBef>
              <a:spcAft>
                <a:spcPts val="0"/>
              </a:spcAft>
              <a:buNone/>
            </a:pPr>
            <a:r>
              <a:rPr lang="en-US" sz="1800"/>
              <a:t>Iteration: Refine outputs through multiple attempts</a:t>
            </a:r>
            <a:endParaRPr sz="1800"/>
          </a:p>
          <a:p>
            <a:pPr indent="0" lvl="0" marL="0" rtl="0" algn="ctr">
              <a:spcBef>
                <a:spcPts val="0"/>
              </a:spcBef>
              <a:spcAft>
                <a:spcPts val="0"/>
              </a:spcAft>
              <a:buNone/>
            </a:pPr>
            <a:r>
              <a:rPr lang="en-US" sz="1800"/>
              <a:t>Goal-Oriented: Focus on outcomes, not just responses</a:t>
            </a:r>
            <a:endParaRPr sz="1800"/>
          </a:p>
        </p:txBody>
      </p:sp>
      <p:sp>
        <p:nvSpPr>
          <p:cNvPr id="159" name="Google Shape;159;g397340f6012_0_0"/>
          <p:cNvSpPr/>
          <p:nvPr/>
        </p:nvSpPr>
        <p:spPr>
          <a:xfrm>
            <a:off x="586309" y="0"/>
            <a:ext cx="10294200" cy="9069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chemeClr val="dk1"/>
              </a:buClr>
              <a:buSzPts val="2800"/>
              <a:buFont typeface="Arial Black"/>
              <a:buNone/>
            </a:pPr>
            <a:r>
              <a:rPr lang="en-US" sz="2800">
                <a:solidFill>
                  <a:schemeClr val="dk1"/>
                </a:solidFill>
                <a:latin typeface="Arial Black"/>
                <a:ea typeface="Arial Black"/>
                <a:cs typeface="Arial Black"/>
                <a:sym typeface="Arial Black"/>
              </a:rPr>
              <a:t>Core Capabilities of AI Agents</a:t>
            </a:r>
            <a:endParaRPr b="1" i="0" sz="2800" u="none" cap="none" strike="noStrike">
              <a:solidFill>
                <a:schemeClr val="dk1"/>
              </a:solidFill>
              <a:latin typeface="Arial Black"/>
              <a:ea typeface="Arial Black"/>
              <a:cs typeface="Arial Black"/>
              <a:sym typeface="Arial Black"/>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3"/>
          <p:cNvSpPr/>
          <p:nvPr/>
        </p:nvSpPr>
        <p:spPr>
          <a:xfrm>
            <a:off x="738709" y="47625"/>
            <a:ext cx="10294298" cy="90678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chemeClr val="dk1"/>
              </a:buClr>
              <a:buSzPts val="2800"/>
              <a:buFont typeface="Arial Black"/>
              <a:buNone/>
            </a:pPr>
            <a:r>
              <a:rPr b="1" i="0" lang="en-US" sz="2800" u="none" cap="none" strike="noStrike">
                <a:solidFill>
                  <a:schemeClr val="dk1"/>
                </a:solidFill>
                <a:latin typeface="Arial Black"/>
                <a:ea typeface="Arial Black"/>
                <a:cs typeface="Arial Black"/>
                <a:sym typeface="Arial Black"/>
              </a:rPr>
              <a:t>How AI Agents Work</a:t>
            </a:r>
            <a:endParaRPr b="1" i="0" sz="2800" u="none" cap="none" strike="noStrike">
              <a:solidFill>
                <a:schemeClr val="dk1"/>
              </a:solidFill>
              <a:latin typeface="Arial Black"/>
              <a:ea typeface="Arial Black"/>
              <a:cs typeface="Arial Black"/>
              <a:sym typeface="Arial Black"/>
            </a:endParaRPr>
          </a:p>
        </p:txBody>
      </p:sp>
      <p:sp>
        <p:nvSpPr>
          <p:cNvPr id="165" name="Google Shape;165;p3"/>
          <p:cNvSpPr txBox="1"/>
          <p:nvPr/>
        </p:nvSpPr>
        <p:spPr>
          <a:xfrm>
            <a:off x="115132" y="830432"/>
            <a:ext cx="6678412" cy="62324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800" u="none" cap="none" strike="noStrike">
                <a:solidFill>
                  <a:schemeClr val="dk1"/>
                </a:solidFill>
                <a:latin typeface="Trebuchet MS"/>
                <a:ea typeface="Trebuchet MS"/>
                <a:cs typeface="Trebuchet MS"/>
                <a:sym typeface="Trebuchet MS"/>
              </a:rPr>
              <a:t>1. Goal Setting</a:t>
            </a:r>
            <a:endParaRPr sz="1800">
              <a:solidFill>
                <a:schemeClr val="dk1"/>
              </a:solidFill>
              <a:latin typeface="Trebuchet MS"/>
              <a:ea typeface="Trebuchet MS"/>
              <a:cs typeface="Trebuchet MS"/>
              <a:sym typeface="Trebuchet MS"/>
            </a:endParaRPr>
          </a:p>
          <a:p>
            <a:pPr indent="0" lvl="0" marL="0" marR="0" rtl="0" algn="l">
              <a:spcBef>
                <a:spcPts val="0"/>
              </a:spcBef>
              <a:spcAft>
                <a:spcPts val="0"/>
              </a:spcAft>
              <a:buNone/>
            </a:pPr>
            <a:r>
              <a:rPr lang="en-US" sz="1500">
                <a:solidFill>
                  <a:schemeClr val="dk1"/>
                </a:solidFill>
                <a:latin typeface="Trebuchet MS"/>
                <a:ea typeface="Trebuchet MS"/>
                <a:cs typeface="Trebuchet MS"/>
                <a:sym typeface="Trebuchet MS"/>
              </a:rPr>
              <a:t>The user feeds the desired objective to the AI agent. These are the instructions the AI will use to complete its mission.</a:t>
            </a:r>
            <a:endParaRPr sz="1800">
              <a:solidFill>
                <a:schemeClr val="dk1"/>
              </a:solidFill>
              <a:latin typeface="Trebuchet MS"/>
              <a:ea typeface="Trebuchet MS"/>
              <a:cs typeface="Trebuchet MS"/>
              <a:sym typeface="Trebuchet MS"/>
            </a:endParaRPr>
          </a:p>
          <a:p>
            <a:pPr indent="0" lvl="0" marL="0" marR="0" rtl="0" algn="l">
              <a:spcBef>
                <a:spcPts val="0"/>
              </a:spcBef>
              <a:spcAft>
                <a:spcPts val="0"/>
              </a:spcAft>
              <a:buNone/>
            </a:pPr>
            <a:r>
              <a:rPr b="1" lang="en-US" sz="1800">
                <a:solidFill>
                  <a:schemeClr val="dk1"/>
                </a:solidFill>
                <a:latin typeface="Trebuchet MS"/>
                <a:ea typeface="Trebuchet MS"/>
                <a:cs typeface="Trebuchet MS"/>
                <a:sym typeface="Trebuchet MS"/>
              </a:rPr>
              <a:t>2. Task Planning</a:t>
            </a:r>
            <a:endParaRPr sz="1800">
              <a:solidFill>
                <a:schemeClr val="dk1"/>
              </a:solidFill>
              <a:latin typeface="Trebuchet MS"/>
              <a:ea typeface="Trebuchet MS"/>
              <a:cs typeface="Trebuchet MS"/>
              <a:sym typeface="Trebuchet MS"/>
            </a:endParaRPr>
          </a:p>
          <a:p>
            <a:pPr indent="0" lvl="0" marL="0" marR="0" rtl="0" algn="l">
              <a:spcBef>
                <a:spcPts val="0"/>
              </a:spcBef>
              <a:spcAft>
                <a:spcPts val="0"/>
              </a:spcAft>
              <a:buNone/>
            </a:pPr>
            <a:r>
              <a:rPr lang="en-US" sz="1500">
                <a:solidFill>
                  <a:schemeClr val="dk1"/>
                </a:solidFill>
                <a:latin typeface="Trebuchet MS"/>
                <a:ea typeface="Trebuchet MS"/>
                <a:cs typeface="Trebuchet MS"/>
                <a:sym typeface="Trebuchet MS"/>
              </a:rPr>
              <a:t>The AI Agent interprets the user’s needs and gets to work processing the request. Based on the goal the AI agent creates a list of tasks that need to be completed. It also determines the sequence in which these tasks should be executed to efficiently achieve the goal.</a:t>
            </a:r>
            <a:endParaRPr sz="1800">
              <a:solidFill>
                <a:schemeClr val="dk1"/>
              </a:solidFill>
              <a:latin typeface="Trebuchet MS"/>
              <a:ea typeface="Trebuchet MS"/>
              <a:cs typeface="Trebuchet MS"/>
              <a:sym typeface="Trebuchet MS"/>
            </a:endParaRPr>
          </a:p>
          <a:p>
            <a:pPr indent="0" lvl="0" marL="0" marR="0" rtl="0" algn="l">
              <a:spcBef>
                <a:spcPts val="0"/>
              </a:spcBef>
              <a:spcAft>
                <a:spcPts val="0"/>
              </a:spcAft>
              <a:buNone/>
            </a:pPr>
            <a:r>
              <a:rPr lang="en-US" sz="1500">
                <a:solidFill>
                  <a:schemeClr val="dk1"/>
                </a:solidFill>
                <a:latin typeface="Trebuchet MS"/>
                <a:ea typeface="Trebuchet MS"/>
                <a:cs typeface="Trebuchet MS"/>
                <a:sym typeface="Trebuchet MS"/>
              </a:rPr>
              <a:t>This is the basic framework the AI uses as it moves onto step 3 of the process.</a:t>
            </a:r>
            <a:endParaRPr sz="1800">
              <a:solidFill>
                <a:schemeClr val="dk1"/>
              </a:solidFill>
              <a:latin typeface="Trebuchet MS"/>
              <a:ea typeface="Trebuchet MS"/>
              <a:cs typeface="Trebuchet MS"/>
              <a:sym typeface="Trebuchet MS"/>
            </a:endParaRPr>
          </a:p>
          <a:p>
            <a:pPr indent="0" lvl="0" marL="0" marR="0" rtl="0" algn="l">
              <a:spcBef>
                <a:spcPts val="0"/>
              </a:spcBef>
              <a:spcAft>
                <a:spcPts val="0"/>
              </a:spcAft>
              <a:buNone/>
            </a:pPr>
            <a:r>
              <a:rPr b="1" lang="en-US" sz="1800">
                <a:solidFill>
                  <a:schemeClr val="dk1"/>
                </a:solidFill>
                <a:latin typeface="Trebuchet MS"/>
                <a:ea typeface="Trebuchet MS"/>
                <a:cs typeface="Trebuchet MS"/>
                <a:sym typeface="Trebuchet MS"/>
              </a:rPr>
              <a:t>3. Execution</a:t>
            </a:r>
            <a:endParaRPr sz="1800">
              <a:solidFill>
                <a:schemeClr val="dk1"/>
              </a:solidFill>
              <a:latin typeface="Trebuchet MS"/>
              <a:ea typeface="Trebuchet MS"/>
              <a:cs typeface="Trebuchet MS"/>
              <a:sym typeface="Trebuchet MS"/>
            </a:endParaRPr>
          </a:p>
          <a:p>
            <a:pPr indent="0" lvl="0" marL="0" marR="0" rtl="0" algn="l">
              <a:spcBef>
                <a:spcPts val="0"/>
              </a:spcBef>
              <a:spcAft>
                <a:spcPts val="0"/>
              </a:spcAft>
              <a:buNone/>
            </a:pPr>
            <a:r>
              <a:rPr lang="en-US" sz="1500">
                <a:solidFill>
                  <a:schemeClr val="dk1"/>
                </a:solidFill>
                <a:latin typeface="Trebuchet MS"/>
                <a:ea typeface="Trebuchet MS"/>
                <a:cs typeface="Trebuchet MS"/>
                <a:sym typeface="Trebuchet MS"/>
              </a:rPr>
              <a:t>This is the step that sets AI Agents apart from regular Chatbots. With the list of tasks planned out, the AI agent sources data from the internet, exactly how you or I would.</a:t>
            </a:r>
            <a:endParaRPr sz="1800">
              <a:solidFill>
                <a:schemeClr val="dk1"/>
              </a:solidFill>
              <a:latin typeface="Trebuchet MS"/>
              <a:ea typeface="Trebuchet MS"/>
              <a:cs typeface="Trebuchet MS"/>
              <a:sym typeface="Trebuchet MS"/>
            </a:endParaRPr>
          </a:p>
          <a:p>
            <a:pPr indent="0" lvl="0" marL="0" marR="0" rtl="0" algn="l">
              <a:spcBef>
                <a:spcPts val="0"/>
              </a:spcBef>
              <a:spcAft>
                <a:spcPts val="0"/>
              </a:spcAft>
              <a:buNone/>
            </a:pPr>
            <a:r>
              <a:rPr lang="en-US" sz="1500">
                <a:solidFill>
                  <a:schemeClr val="dk1"/>
                </a:solidFill>
                <a:latin typeface="Trebuchet MS"/>
                <a:ea typeface="Trebuchet MS"/>
                <a:cs typeface="Trebuchet MS"/>
                <a:sym typeface="Trebuchet MS"/>
              </a:rPr>
              <a:t>It will find and compare information to determine the best outcome, iterating the original task list as more information becomes available. The AI Agent can add extra goals, modify existing goals, or mark goals as complete.</a:t>
            </a:r>
            <a:endParaRPr sz="1800">
              <a:solidFill>
                <a:schemeClr val="dk1"/>
              </a:solidFill>
              <a:latin typeface="Trebuchet MS"/>
              <a:ea typeface="Trebuchet MS"/>
              <a:cs typeface="Trebuchet MS"/>
              <a:sym typeface="Trebuchet MS"/>
            </a:endParaRPr>
          </a:p>
          <a:p>
            <a:pPr indent="0" lvl="0" marL="0" marR="0" rtl="0" algn="l">
              <a:spcBef>
                <a:spcPts val="0"/>
              </a:spcBef>
              <a:spcAft>
                <a:spcPts val="0"/>
              </a:spcAft>
              <a:buNone/>
            </a:pPr>
            <a:r>
              <a:rPr lang="en-US" sz="1500">
                <a:solidFill>
                  <a:schemeClr val="dk1"/>
                </a:solidFill>
                <a:latin typeface="Trebuchet MS"/>
                <a:ea typeface="Trebuchet MS"/>
                <a:cs typeface="Trebuchet MS"/>
                <a:sym typeface="Trebuchet MS"/>
              </a:rPr>
              <a:t>Once all tasks are complete and the objective is fulfilled, the AI agent’s workflow concludes. At this point, it has successfully achieved what it set out to accomplish, and the user can review the output.</a:t>
            </a:r>
            <a:endParaRPr sz="1800">
              <a:solidFill>
                <a:schemeClr val="dk1"/>
              </a:solidFill>
              <a:latin typeface="Trebuchet MS"/>
              <a:ea typeface="Trebuchet MS"/>
              <a:cs typeface="Trebuchet MS"/>
              <a:sym typeface="Trebuchet MS"/>
            </a:endParaRPr>
          </a:p>
          <a:p>
            <a:pPr indent="0" lvl="0" marL="0" marR="0" rtl="0" algn="l">
              <a:spcBef>
                <a:spcPts val="0"/>
              </a:spcBef>
              <a:spcAft>
                <a:spcPts val="0"/>
              </a:spcAft>
              <a:buNone/>
            </a:pPr>
            <a:r>
              <a:rPr lang="en-US" sz="1500">
                <a:solidFill>
                  <a:schemeClr val="dk1"/>
                </a:solidFill>
                <a:latin typeface="Trebuchet MS"/>
                <a:ea typeface="Trebuchet MS"/>
                <a:cs typeface="Trebuchet MS"/>
                <a:sym typeface="Trebuchet MS"/>
              </a:rPr>
              <a:t>Alt text: A diagram with icons showing the user, the LLM, a list for task planning, and a cloud representing execution. Each icon is connected by an arrow. There is an iteration arrow between the execution and task planning.</a:t>
            </a:r>
            <a:endParaRPr sz="1800">
              <a:solidFill>
                <a:schemeClr val="dk1"/>
              </a:solidFill>
              <a:latin typeface="Trebuchet MS"/>
              <a:ea typeface="Trebuchet MS"/>
              <a:cs typeface="Trebuchet MS"/>
              <a:sym typeface="Trebuchet MS"/>
            </a:endParaRPr>
          </a:p>
          <a:p>
            <a:pPr indent="-190500" lvl="0" marL="285750" marR="0" rtl="0" algn="l">
              <a:spcBef>
                <a:spcPts val="0"/>
              </a:spcBef>
              <a:spcAft>
                <a:spcPts val="0"/>
              </a:spcAft>
              <a:buClr>
                <a:schemeClr val="dk1"/>
              </a:buClr>
              <a:buSzPts val="1500"/>
              <a:buFont typeface="Arial"/>
              <a:buNone/>
            </a:pPr>
            <a:r>
              <a:t/>
            </a:r>
            <a:endParaRPr sz="1500">
              <a:solidFill>
                <a:schemeClr val="dk1"/>
              </a:solidFill>
              <a:latin typeface="Trebuchet MS"/>
              <a:ea typeface="Trebuchet MS"/>
              <a:cs typeface="Trebuchet MS"/>
              <a:sym typeface="Trebuchet MS"/>
            </a:endParaRPr>
          </a:p>
        </p:txBody>
      </p:sp>
      <p:pic>
        <p:nvPicPr>
          <p:cNvPr descr="A diagram of a process&#10;&#10;Description automatically generated" id="166" name="Google Shape;166;p3"/>
          <p:cNvPicPr preferRelativeResize="0"/>
          <p:nvPr/>
        </p:nvPicPr>
        <p:blipFill rotWithShape="1">
          <a:blip r:embed="rId3">
            <a:alphaModFix/>
          </a:blip>
          <a:srcRect b="0" l="0" r="0" t="0"/>
          <a:stretch/>
        </p:blipFill>
        <p:spPr>
          <a:xfrm>
            <a:off x="7177088" y="1938338"/>
            <a:ext cx="4552950" cy="29813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4"/>
          <p:cNvSpPr/>
          <p:nvPr/>
        </p:nvSpPr>
        <p:spPr>
          <a:xfrm>
            <a:off x="738709" y="47625"/>
            <a:ext cx="10294298" cy="90678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chemeClr val="dk1"/>
              </a:buClr>
              <a:buSzPts val="3600"/>
              <a:buFont typeface="Trebuchet MS"/>
              <a:buNone/>
            </a:pPr>
            <a:r>
              <a:rPr b="1" i="0" lang="en-US" sz="3600">
                <a:solidFill>
                  <a:schemeClr val="dk1"/>
                </a:solidFill>
                <a:latin typeface="Trebuchet MS"/>
                <a:ea typeface="Trebuchet MS"/>
                <a:cs typeface="Trebuchet MS"/>
                <a:sym typeface="Trebuchet MS"/>
              </a:rPr>
              <a:t>Key Components</a:t>
            </a:r>
            <a:endParaRPr b="1" i="0" sz="3600">
              <a:solidFill>
                <a:schemeClr val="dk1"/>
              </a:solidFill>
              <a:latin typeface="Trebuchet MS"/>
              <a:ea typeface="Trebuchet MS"/>
              <a:cs typeface="Trebuchet MS"/>
              <a:sym typeface="Trebuchet MS"/>
            </a:endParaRPr>
          </a:p>
        </p:txBody>
      </p:sp>
      <p:pic>
        <p:nvPicPr>
          <p:cNvPr descr="A diagram of a diagram&#10;&#10;Description automatically generated" id="172" name="Google Shape;172;p4"/>
          <p:cNvPicPr preferRelativeResize="0"/>
          <p:nvPr/>
        </p:nvPicPr>
        <p:blipFill rotWithShape="1">
          <a:blip r:embed="rId3">
            <a:alphaModFix/>
          </a:blip>
          <a:srcRect b="0" l="0" r="0" t="0"/>
          <a:stretch/>
        </p:blipFill>
        <p:spPr>
          <a:xfrm>
            <a:off x="3176588" y="1409700"/>
            <a:ext cx="5419725" cy="4029075"/>
          </a:xfrm>
          <a:prstGeom prst="rect">
            <a:avLst/>
          </a:prstGeom>
          <a:noFill/>
          <a:ln>
            <a:noFill/>
          </a:ln>
        </p:spPr>
      </p:pic>
      <p:sp>
        <p:nvSpPr>
          <p:cNvPr id="173" name="Google Shape;173;p4"/>
          <p:cNvSpPr txBox="1"/>
          <p:nvPr/>
        </p:nvSpPr>
        <p:spPr>
          <a:xfrm>
            <a:off x="8249666" y="4637657"/>
            <a:ext cx="3258012" cy="1600438"/>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n-US" sz="1400">
                <a:solidFill>
                  <a:schemeClr val="dk1"/>
                </a:solidFill>
                <a:latin typeface="Trebuchet MS"/>
                <a:ea typeface="Trebuchet MS"/>
                <a:cs typeface="Trebuchet MS"/>
                <a:sym typeface="Trebuchet MS"/>
              </a:rPr>
              <a:t>The LLM agent's foundation is the large language model upon which it is built. This neural network, trained using massive datasets, can generate and understand simple texts. The LLM's size and design set the agent's initial capabilities and constraints.</a:t>
            </a:r>
            <a:endParaRPr sz="1400">
              <a:solidFill>
                <a:schemeClr val="dk1"/>
              </a:solidFill>
              <a:latin typeface="Trebuchet MS"/>
              <a:ea typeface="Trebuchet MS"/>
              <a:cs typeface="Trebuchet MS"/>
              <a:sym typeface="Trebuchet MS"/>
            </a:endParaRPr>
          </a:p>
        </p:txBody>
      </p:sp>
      <p:sp>
        <p:nvSpPr>
          <p:cNvPr id="174" name="Google Shape;174;p4"/>
          <p:cNvSpPr txBox="1"/>
          <p:nvPr/>
        </p:nvSpPr>
        <p:spPr>
          <a:xfrm>
            <a:off x="135466" y="3826933"/>
            <a:ext cx="3234266" cy="2246769"/>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n-US" sz="1400">
                <a:solidFill>
                  <a:schemeClr val="dk1"/>
                </a:solidFill>
                <a:latin typeface="Trebuchet MS"/>
                <a:ea typeface="Trebuchet MS"/>
                <a:cs typeface="Trebuchet MS"/>
                <a:sym typeface="Trebuchet MS"/>
              </a:rPr>
              <a:t>Prompt recipes that activate and direct the LLM's abilities are also crucial. The agent's identity, expertise, behaviours, and objectives are all imparted to it using carefully prepared prompts. Prompt recipes provide pre-defined templates that combine important instructions, contexts, and parameters to elicit the necessary agent answers.</a:t>
            </a:r>
            <a:endParaRPr sz="1400">
              <a:solidFill>
                <a:schemeClr val="dk1"/>
              </a:solidFill>
              <a:latin typeface="Trebuchet MS"/>
              <a:ea typeface="Trebuchet MS"/>
              <a:cs typeface="Trebuchet MS"/>
              <a:sym typeface="Trebuchet MS"/>
            </a:endParaRPr>
          </a:p>
        </p:txBody>
      </p:sp>
      <p:sp>
        <p:nvSpPr>
          <p:cNvPr id="175" name="Google Shape;175;p4"/>
          <p:cNvSpPr txBox="1"/>
          <p:nvPr/>
        </p:nvSpPr>
        <p:spPr>
          <a:xfrm>
            <a:off x="558800" y="795866"/>
            <a:ext cx="3454400" cy="1815882"/>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en-US" sz="1400">
                <a:solidFill>
                  <a:schemeClr val="dk1"/>
                </a:solidFill>
                <a:latin typeface="Trebuchet MS"/>
                <a:ea typeface="Trebuchet MS"/>
                <a:cs typeface="Trebuchet MS"/>
                <a:sym typeface="Trebuchet MS"/>
              </a:rPr>
              <a:t>Short-term memory</a:t>
            </a:r>
            <a:r>
              <a:rPr lang="en-US" sz="1400">
                <a:solidFill>
                  <a:schemeClr val="dk1"/>
                </a:solidFill>
                <a:latin typeface="Trebuchet MS"/>
                <a:ea typeface="Trebuchet MS"/>
                <a:cs typeface="Trebuchet MS"/>
                <a:sym typeface="Trebuchet MS"/>
              </a:rPr>
              <a:t>, which is central to the Large Language Model (LLM) and ensures that we never lose track of ongoing conversations or our most recent acts. This agent's short-term memory serves as a shifting context window, helping it make sense in current conversations.</a:t>
            </a:r>
            <a:endParaRPr sz="1400">
              <a:solidFill>
                <a:schemeClr val="dk1"/>
              </a:solidFill>
              <a:latin typeface="Trebuchet MS"/>
              <a:ea typeface="Trebuchet MS"/>
              <a:cs typeface="Trebuchet MS"/>
              <a:sym typeface="Trebuchet MS"/>
            </a:endParaRPr>
          </a:p>
        </p:txBody>
      </p:sp>
      <p:sp>
        <p:nvSpPr>
          <p:cNvPr id="176" name="Google Shape;176;p4"/>
          <p:cNvSpPr txBox="1"/>
          <p:nvPr/>
        </p:nvSpPr>
        <p:spPr>
          <a:xfrm>
            <a:off x="228600" y="1591734"/>
            <a:ext cx="3039532" cy="2031325"/>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en-US" sz="1400">
                <a:solidFill>
                  <a:schemeClr val="dk1"/>
                </a:solidFill>
                <a:latin typeface="Trebuchet MS"/>
                <a:ea typeface="Trebuchet MS"/>
                <a:cs typeface="Trebuchet MS"/>
                <a:sym typeface="Trebuchet MS"/>
              </a:rPr>
              <a:t>Long-term memory</a:t>
            </a:r>
            <a:r>
              <a:rPr lang="en-US" sz="1400">
                <a:solidFill>
                  <a:schemeClr val="dk1"/>
                </a:solidFill>
                <a:latin typeface="Trebuchet MS"/>
                <a:ea typeface="Trebuchet MS"/>
                <a:cs typeface="Trebuchet MS"/>
                <a:sym typeface="Trebuchet MS"/>
              </a:rPr>
              <a:t>, where an external database is combined with the LLM to greatly increase the LLM's ability to remember voluminous amounts of data. This enhancement broadens the agent's memory to include information, conversations, and other things from a longer period. </a:t>
            </a:r>
            <a:endParaRPr sz="1800">
              <a:solidFill>
                <a:schemeClr val="dk1"/>
              </a:solidFill>
              <a:latin typeface="Trebuchet MS"/>
              <a:ea typeface="Trebuchet MS"/>
              <a:cs typeface="Trebuchet MS"/>
              <a:sym typeface="Trebuchet MS"/>
            </a:endParaRPr>
          </a:p>
        </p:txBody>
      </p:sp>
      <p:sp>
        <p:nvSpPr>
          <p:cNvPr id="177" name="Google Shape;177;p4"/>
          <p:cNvSpPr txBox="1"/>
          <p:nvPr/>
        </p:nvSpPr>
        <p:spPr>
          <a:xfrm>
            <a:off x="8542866" y="8467"/>
            <a:ext cx="2633133" cy="2031325"/>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n-US" sz="1400">
                <a:solidFill>
                  <a:schemeClr val="dk1"/>
                </a:solidFill>
                <a:latin typeface="Trebuchet MS"/>
                <a:ea typeface="Trebuchet MS"/>
                <a:cs typeface="Trebuchet MS"/>
                <a:sym typeface="Trebuchet MS"/>
              </a:rPr>
              <a:t>While memory is concerned with retaining user interactions and specific task-related details over a temporal framework, knowledge represents broader expertise that can be applied across different users and tasks. </a:t>
            </a:r>
            <a:endParaRPr sz="1400">
              <a:solidFill>
                <a:schemeClr val="dk1"/>
              </a:solidFill>
              <a:latin typeface="Trebuchet MS"/>
              <a:ea typeface="Trebuchet MS"/>
              <a:cs typeface="Trebuchet MS"/>
              <a:sym typeface="Trebuchet MS"/>
            </a:endParaRPr>
          </a:p>
        </p:txBody>
      </p:sp>
      <p:sp>
        <p:nvSpPr>
          <p:cNvPr id="178" name="Google Shape;178;p4"/>
          <p:cNvSpPr txBox="1"/>
          <p:nvPr/>
        </p:nvSpPr>
        <p:spPr>
          <a:xfrm>
            <a:off x="8483600" y="1117599"/>
            <a:ext cx="3149600" cy="1200329"/>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en-US" sz="1200">
                <a:solidFill>
                  <a:schemeClr val="dk1"/>
                </a:solidFill>
                <a:latin typeface="Trebuchet MS"/>
                <a:ea typeface="Trebuchet MS"/>
                <a:cs typeface="Trebuchet MS"/>
                <a:sym typeface="Trebuchet MS"/>
              </a:rPr>
              <a:t>Specialized knowledge</a:t>
            </a:r>
            <a:r>
              <a:rPr lang="en-US" sz="1200">
                <a:solidFill>
                  <a:schemeClr val="dk1"/>
                </a:solidFill>
                <a:latin typeface="Trebuchet MS"/>
                <a:ea typeface="Trebuchet MS"/>
                <a:cs typeface="Trebuchet MS"/>
                <a:sym typeface="Trebuchet MS"/>
              </a:rPr>
              <a:t> is a crucial facet that supplements the core architecture of AI. It introduces domain-specific terminologies, concepts, and modes of reasoning that are finely tuned to particular topics or fields. </a:t>
            </a:r>
            <a:endParaRPr sz="1200">
              <a:solidFill>
                <a:schemeClr val="dk1"/>
              </a:solidFill>
              <a:latin typeface="Trebuchet MS"/>
              <a:ea typeface="Trebuchet MS"/>
              <a:cs typeface="Trebuchet MS"/>
              <a:sym typeface="Trebuchet MS"/>
            </a:endParaRPr>
          </a:p>
        </p:txBody>
      </p:sp>
      <p:sp>
        <p:nvSpPr>
          <p:cNvPr id="179" name="Google Shape;179;p4"/>
          <p:cNvSpPr txBox="1"/>
          <p:nvPr/>
        </p:nvSpPr>
        <p:spPr>
          <a:xfrm>
            <a:off x="8483599" y="1591734"/>
            <a:ext cx="2861733" cy="1384995"/>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en-US" sz="1200">
                <a:solidFill>
                  <a:schemeClr val="dk1"/>
                </a:solidFill>
                <a:latin typeface="Trebuchet MS"/>
                <a:ea typeface="Trebuchet MS"/>
                <a:cs typeface="Trebuchet MS"/>
                <a:sym typeface="Trebuchet MS"/>
              </a:rPr>
              <a:t>Commonsense knowledge</a:t>
            </a:r>
            <a:r>
              <a:rPr lang="en-US" sz="1200">
                <a:solidFill>
                  <a:schemeClr val="dk1"/>
                </a:solidFill>
                <a:latin typeface="Trebuchet MS"/>
                <a:ea typeface="Trebuchet MS"/>
                <a:cs typeface="Trebuchet MS"/>
                <a:sym typeface="Trebuchet MS"/>
              </a:rPr>
              <a:t> is another dimension that enriches the AI's capabilities. It imparts a general understanding of the world that the model might lack by introducing facts and insights about society, culture, science, and various other domains.</a:t>
            </a:r>
            <a:endParaRPr sz="1200">
              <a:solidFill>
                <a:schemeClr val="dk1"/>
              </a:solidFill>
              <a:latin typeface="Trebuchet MS"/>
              <a:ea typeface="Trebuchet MS"/>
              <a:cs typeface="Trebuchet MS"/>
              <a:sym typeface="Trebuchet MS"/>
            </a:endParaRPr>
          </a:p>
        </p:txBody>
      </p:sp>
      <p:sp>
        <p:nvSpPr>
          <p:cNvPr id="180" name="Google Shape;180;p4"/>
          <p:cNvSpPr txBox="1"/>
          <p:nvPr/>
        </p:nvSpPr>
        <p:spPr>
          <a:xfrm>
            <a:off x="8483600" y="2286000"/>
            <a:ext cx="2929466" cy="1938992"/>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en-US" sz="1200">
                <a:solidFill>
                  <a:schemeClr val="dk1"/>
                </a:solidFill>
                <a:latin typeface="Trebuchet MS"/>
                <a:ea typeface="Trebuchet MS"/>
                <a:cs typeface="Trebuchet MS"/>
                <a:sym typeface="Trebuchet MS"/>
              </a:rPr>
              <a:t>Procedural knowledge </a:t>
            </a:r>
            <a:r>
              <a:rPr lang="en-US" sz="1200">
                <a:solidFill>
                  <a:schemeClr val="dk1"/>
                </a:solidFill>
                <a:latin typeface="Trebuchet MS"/>
                <a:ea typeface="Trebuchet MS"/>
                <a:cs typeface="Trebuchet MS"/>
                <a:sym typeface="Trebuchet MS"/>
              </a:rPr>
              <a:t>equips the AI with the practical skills and methods required to accomplish specific tasks. Whether understanding complex workflows, employing analytical techniques, or engaging in creative processes, procedural knowledge empowers the AI to provide practical guidance and solutions.</a:t>
            </a:r>
            <a:endParaRPr sz="1200">
              <a:solidFill>
                <a:schemeClr val="dk1"/>
              </a:solidFill>
              <a:latin typeface="Trebuchet MS"/>
              <a:ea typeface="Trebuchet MS"/>
              <a:cs typeface="Trebuchet MS"/>
              <a:sym typeface="Trebuchet MS"/>
            </a:endParaRPr>
          </a:p>
          <a:p>
            <a:pPr indent="0" lvl="0" marL="0" marR="0" rtl="0" algn="just">
              <a:spcBef>
                <a:spcPts val="0"/>
              </a:spcBef>
              <a:spcAft>
                <a:spcPts val="0"/>
              </a:spcAft>
              <a:buNone/>
            </a:pPr>
            <a:r>
              <a:t/>
            </a:r>
            <a:endParaRPr sz="1200">
              <a:solidFill>
                <a:schemeClr val="dk1"/>
              </a:solidFill>
              <a:latin typeface="Trebuchet MS"/>
              <a:ea typeface="Trebuchet MS"/>
              <a:cs typeface="Trebuchet MS"/>
              <a:sym typeface="Trebuchet MS"/>
            </a:endParaRPr>
          </a:p>
        </p:txBody>
      </p:sp>
      <p:sp>
        <p:nvSpPr>
          <p:cNvPr id="181" name="Google Shape;181;p4"/>
          <p:cNvSpPr txBox="1"/>
          <p:nvPr/>
        </p:nvSpPr>
        <p:spPr>
          <a:xfrm>
            <a:off x="3843867" y="5435600"/>
            <a:ext cx="3928532" cy="1200329"/>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n-US" sz="1200">
                <a:solidFill>
                  <a:schemeClr val="dk1"/>
                </a:solidFill>
                <a:latin typeface="Trebuchet MS"/>
                <a:ea typeface="Trebuchet MS"/>
                <a:cs typeface="Trebuchet MS"/>
                <a:sym typeface="Trebuchet MS"/>
              </a:rPr>
              <a:t>Integration of tools allows agents to carry out their duties using other services and APIs rather than relying entirely on language generation. For instance, a code interpreter like OpenAi's could be used by an agent as a code execution tool to carry out software operations mentioned in a prompt.</a:t>
            </a:r>
            <a:endParaRPr sz="1200">
              <a:solidFill>
                <a:schemeClr val="dk1"/>
              </a:solidFill>
              <a:latin typeface="Trebuchet MS"/>
              <a:ea typeface="Trebuchet MS"/>
              <a:cs typeface="Trebuchet MS"/>
              <a:sym typeface="Trebuchet MS"/>
            </a:endParaRPr>
          </a:p>
        </p:txBody>
      </p:sp>
      <p:sp>
        <p:nvSpPr>
          <p:cNvPr id="182" name="Google Shape;182;p4"/>
          <p:cNvSpPr txBox="1"/>
          <p:nvPr/>
        </p:nvSpPr>
        <p:spPr>
          <a:xfrm>
            <a:off x="7095067" y="745066"/>
            <a:ext cx="3945466" cy="216982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500">
                <a:solidFill>
                  <a:srgbClr val="242424"/>
                </a:solidFill>
                <a:latin typeface="Trebuchet MS"/>
                <a:ea typeface="Trebuchet MS"/>
                <a:cs typeface="Trebuchet MS"/>
                <a:sym typeface="Trebuchet MS"/>
              </a:rPr>
              <a:t>Complex problems often need a chain-of-thought approaches. Agents forms a plan by using a combination of two methods:</a:t>
            </a:r>
            <a:endParaRPr sz="1800">
              <a:solidFill>
                <a:schemeClr val="dk1"/>
              </a:solidFill>
              <a:latin typeface="Trebuchet MS"/>
              <a:ea typeface="Trebuchet MS"/>
              <a:cs typeface="Trebuchet MS"/>
              <a:sym typeface="Trebuchet MS"/>
            </a:endParaRPr>
          </a:p>
          <a:p>
            <a:pPr indent="-285750" lvl="0" marL="285750" marR="0" rtl="0" algn="l">
              <a:spcBef>
                <a:spcPts val="0"/>
              </a:spcBef>
              <a:spcAft>
                <a:spcPts val="0"/>
              </a:spcAft>
              <a:buClr>
                <a:srgbClr val="242424"/>
              </a:buClr>
              <a:buSzPts val="1500"/>
              <a:buFont typeface="Arial"/>
              <a:buChar char="•"/>
            </a:pPr>
            <a:r>
              <a:rPr lang="en-US" sz="1500">
                <a:solidFill>
                  <a:srgbClr val="242424"/>
                </a:solidFill>
                <a:latin typeface="Trebuchet MS"/>
                <a:ea typeface="Trebuchet MS"/>
                <a:cs typeface="Trebuchet MS"/>
                <a:sym typeface="Trebuchet MS"/>
              </a:rPr>
              <a:t>Task and question decomposition: Breaking down the task or question into smaller parts</a:t>
            </a:r>
            <a:endParaRPr sz="1800">
              <a:solidFill>
                <a:schemeClr val="dk1"/>
              </a:solidFill>
              <a:latin typeface="Trebuchet MS"/>
              <a:ea typeface="Trebuchet MS"/>
              <a:cs typeface="Trebuchet MS"/>
              <a:sym typeface="Trebuchet MS"/>
            </a:endParaRPr>
          </a:p>
          <a:p>
            <a:pPr indent="-285750" lvl="0" marL="285750" marR="0" rtl="0" algn="l">
              <a:spcBef>
                <a:spcPts val="0"/>
              </a:spcBef>
              <a:spcAft>
                <a:spcPts val="0"/>
              </a:spcAft>
              <a:buClr>
                <a:schemeClr val="dk1"/>
              </a:buClr>
              <a:buSzPts val="1500"/>
              <a:buFont typeface="Arial"/>
              <a:buChar char="•"/>
            </a:pPr>
            <a:r>
              <a:rPr lang="en-US" sz="1500">
                <a:solidFill>
                  <a:schemeClr val="dk1"/>
                </a:solidFill>
                <a:latin typeface="Trebuchet MS"/>
                <a:ea typeface="Trebuchet MS"/>
                <a:cs typeface="Trebuchet MS"/>
                <a:sym typeface="Trebuchet MS"/>
              </a:rPr>
              <a:t>Reflection or critic: Frameworks such as React are used to critic the plan generated by the agent</a:t>
            </a:r>
            <a:endParaRPr sz="1800">
              <a:solidFill>
                <a:schemeClr val="dk1"/>
              </a:solidFill>
              <a:latin typeface="Trebuchet MS"/>
              <a:ea typeface="Trebuchet MS"/>
              <a:cs typeface="Trebuchet MS"/>
              <a:sym typeface="Trebuchet M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3">
                                            <p:txEl>
                                              <p:pRg end="0" st="0"/>
                                            </p:txEl>
                                          </p:spTgt>
                                        </p:tgtEl>
                                        <p:attrNameLst>
                                          <p:attrName>style.visibility</p:attrName>
                                        </p:attrNameLst>
                                      </p:cBhvr>
                                      <p:to>
                                        <p:strVal val="visible"/>
                                      </p:to>
                                    </p:set>
                                    <p:animEffect filter="fade" transition="in">
                                      <p:cBhvr>
                                        <p:cTn dur="500"/>
                                        <p:tgtEl>
                                          <p:spTgt spid="17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173">
                                            <p:txEl>
                                              <p:pRg end="0" st="0"/>
                                            </p:txEl>
                                          </p:spTgt>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4"/>
                                        </p:tgtEl>
                                        <p:attrNameLst>
                                          <p:attrName>style.visibility</p:attrName>
                                        </p:attrNameLst>
                                      </p:cBhvr>
                                      <p:to>
                                        <p:strVal val="visible"/>
                                      </p:to>
                                    </p:set>
                                    <p:animEffect filter="fade" transition="in">
                                      <p:cBhvr>
                                        <p:cTn dur="500"/>
                                        <p:tgtEl>
                                          <p:spTgt spid="17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174"/>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5"/>
                                        </p:tgtEl>
                                        <p:attrNameLst>
                                          <p:attrName>style.visibility</p:attrName>
                                        </p:attrNameLst>
                                      </p:cBhvr>
                                      <p:to>
                                        <p:strVal val="visible"/>
                                      </p:to>
                                    </p:set>
                                    <p:animEffect filter="fade" transition="in">
                                      <p:cBhvr>
                                        <p:cTn dur="500"/>
                                        <p:tgtEl>
                                          <p:spTgt spid="17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175"/>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6"/>
                                        </p:tgtEl>
                                        <p:attrNameLst>
                                          <p:attrName>style.visibility</p:attrName>
                                        </p:attrNameLst>
                                      </p:cBhvr>
                                      <p:to>
                                        <p:strVal val="visible"/>
                                      </p:to>
                                    </p:set>
                                    <p:animEffect filter="fade" transition="in">
                                      <p:cBhvr>
                                        <p:cTn dur="500"/>
                                        <p:tgtEl>
                                          <p:spTgt spid="17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176"/>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7"/>
                                        </p:tgtEl>
                                        <p:attrNameLst>
                                          <p:attrName>style.visibility</p:attrName>
                                        </p:attrNameLst>
                                      </p:cBhvr>
                                      <p:to>
                                        <p:strVal val="visible"/>
                                      </p:to>
                                    </p:set>
                                    <p:animEffect filter="fade" transition="in">
                                      <p:cBhvr>
                                        <p:cTn dur="500"/>
                                        <p:tgtEl>
                                          <p:spTgt spid="17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177"/>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8"/>
                                        </p:tgtEl>
                                        <p:attrNameLst>
                                          <p:attrName>style.visibility</p:attrName>
                                        </p:attrNameLst>
                                      </p:cBhvr>
                                      <p:to>
                                        <p:strVal val="visible"/>
                                      </p:to>
                                    </p:set>
                                    <p:animEffect filter="fade" transition="in">
                                      <p:cBhvr>
                                        <p:cTn dur="500"/>
                                        <p:tgtEl>
                                          <p:spTgt spid="17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178"/>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9"/>
                                        </p:tgtEl>
                                        <p:attrNameLst>
                                          <p:attrName>style.visibility</p:attrName>
                                        </p:attrNameLst>
                                      </p:cBhvr>
                                      <p:to>
                                        <p:strVal val="visible"/>
                                      </p:to>
                                    </p:set>
                                    <p:animEffect filter="fade" transition="in">
                                      <p:cBhvr>
                                        <p:cTn dur="500"/>
                                        <p:tgtEl>
                                          <p:spTgt spid="17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179"/>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0"/>
                                        </p:tgtEl>
                                        <p:attrNameLst>
                                          <p:attrName>style.visibility</p:attrName>
                                        </p:attrNameLst>
                                      </p:cBhvr>
                                      <p:to>
                                        <p:strVal val="visible"/>
                                      </p:to>
                                    </p:set>
                                    <p:animEffect filter="fade" transition="in">
                                      <p:cBhvr>
                                        <p:cTn dur="500"/>
                                        <p:tgtEl>
                                          <p:spTgt spid="18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180"/>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1"/>
                                        </p:tgtEl>
                                        <p:attrNameLst>
                                          <p:attrName>style.visibility</p:attrName>
                                        </p:attrNameLst>
                                      </p:cBhvr>
                                      <p:to>
                                        <p:strVal val="visible"/>
                                      </p:to>
                                    </p:set>
                                    <p:animEffect filter="fade" transition="in">
                                      <p:cBhvr>
                                        <p:cTn dur="500"/>
                                        <p:tgtEl>
                                          <p:spTgt spid="18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181"/>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2"/>
                                        </p:tgtEl>
                                        <p:attrNameLst>
                                          <p:attrName>style.visibility</p:attrName>
                                        </p:attrNameLst>
                                      </p:cBhvr>
                                      <p:to>
                                        <p:strVal val="visible"/>
                                      </p:to>
                                    </p:set>
                                    <p:animEffect filter="fade" transition="in">
                                      <p:cBhvr>
                                        <p:cTn dur="500"/>
                                        <p:tgtEl>
                                          <p:spTgt spid="18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182"/>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pic>
        <p:nvPicPr>
          <p:cNvPr id="187" name="Google Shape;187;g397340f6012_0_10"/>
          <p:cNvPicPr preferRelativeResize="0"/>
          <p:nvPr/>
        </p:nvPicPr>
        <p:blipFill>
          <a:blip r:embed="rId3">
            <a:alphaModFix/>
          </a:blip>
          <a:stretch>
            <a:fillRect/>
          </a:stretch>
        </p:blipFill>
        <p:spPr>
          <a:xfrm>
            <a:off x="5867600" y="3473575"/>
            <a:ext cx="5916026" cy="2936850"/>
          </a:xfrm>
          <a:prstGeom prst="rect">
            <a:avLst/>
          </a:prstGeom>
          <a:noFill/>
          <a:ln>
            <a:noFill/>
          </a:ln>
        </p:spPr>
      </p:pic>
      <p:pic>
        <p:nvPicPr>
          <p:cNvPr id="188" name="Google Shape;188;g397340f6012_0_10"/>
          <p:cNvPicPr preferRelativeResize="0"/>
          <p:nvPr/>
        </p:nvPicPr>
        <p:blipFill>
          <a:blip r:embed="rId4">
            <a:alphaModFix/>
          </a:blip>
          <a:stretch>
            <a:fillRect/>
          </a:stretch>
        </p:blipFill>
        <p:spPr>
          <a:xfrm>
            <a:off x="304800" y="293225"/>
            <a:ext cx="4770513" cy="318034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5"/>
          <p:cNvSpPr/>
          <p:nvPr/>
        </p:nvSpPr>
        <p:spPr>
          <a:xfrm>
            <a:off x="738709" y="47625"/>
            <a:ext cx="10294298" cy="90678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chemeClr val="dk1"/>
              </a:buClr>
              <a:buSzPts val="3600"/>
              <a:buFont typeface="Trebuchet MS"/>
              <a:buNone/>
            </a:pPr>
            <a:r>
              <a:rPr b="1" i="0" lang="en-US" sz="3600">
                <a:solidFill>
                  <a:schemeClr val="dk1"/>
                </a:solidFill>
                <a:latin typeface="Trebuchet MS"/>
                <a:ea typeface="Trebuchet MS"/>
                <a:cs typeface="Trebuchet MS"/>
                <a:sym typeface="Trebuchet MS"/>
              </a:rPr>
              <a:t>Classifications</a:t>
            </a:r>
            <a:endParaRPr b="1" i="0" sz="2800">
              <a:solidFill>
                <a:schemeClr val="lt1"/>
              </a:solidFill>
              <a:latin typeface="Arial Black"/>
              <a:ea typeface="Arial Black"/>
              <a:cs typeface="Arial Black"/>
              <a:sym typeface="Arial Black"/>
            </a:endParaRPr>
          </a:p>
        </p:txBody>
      </p:sp>
      <p:sp>
        <p:nvSpPr>
          <p:cNvPr id="194" name="Google Shape;194;p5"/>
          <p:cNvSpPr txBox="1"/>
          <p:nvPr/>
        </p:nvSpPr>
        <p:spPr>
          <a:xfrm>
            <a:off x="113242" y="772583"/>
            <a:ext cx="5983816" cy="5909310"/>
          </a:xfrm>
          <a:prstGeom prst="rect">
            <a:avLst/>
          </a:prstGeom>
          <a:noFill/>
          <a:ln>
            <a:noFill/>
          </a:ln>
        </p:spPr>
        <p:txBody>
          <a:bodyPr anchorCtr="0" anchor="t" bIns="45700" lIns="91425" spcFirstLastPara="1" rIns="91425" wrap="square" tIns="45700">
            <a:spAutoFit/>
          </a:bodyPr>
          <a:lstStyle/>
          <a:p>
            <a:pPr indent="-285750" lvl="0" marL="285750" marR="0" rtl="0" algn="just">
              <a:spcBef>
                <a:spcPts val="0"/>
              </a:spcBef>
              <a:spcAft>
                <a:spcPts val="0"/>
              </a:spcAft>
              <a:buClr>
                <a:schemeClr val="dk1"/>
              </a:buClr>
              <a:buSzPts val="1400"/>
              <a:buFont typeface="Arial"/>
              <a:buChar char="•"/>
            </a:pPr>
            <a:r>
              <a:rPr lang="en-US" sz="1400">
                <a:solidFill>
                  <a:schemeClr val="dk1"/>
                </a:solidFill>
                <a:latin typeface="Trebuchet MS"/>
                <a:ea typeface="Trebuchet MS"/>
                <a:cs typeface="Trebuchet MS"/>
                <a:sym typeface="Trebuchet MS"/>
              </a:rPr>
              <a:t>By Functionality:</a:t>
            </a:r>
            <a:endParaRPr sz="1400">
              <a:solidFill>
                <a:schemeClr val="dk1"/>
              </a:solidFill>
              <a:latin typeface="Trebuchet MS"/>
              <a:ea typeface="Trebuchet MS"/>
              <a:cs typeface="Trebuchet MS"/>
              <a:sym typeface="Trebuchet MS"/>
            </a:endParaRPr>
          </a:p>
          <a:p>
            <a:pPr indent="-285750" lvl="1" marL="742950" marR="0" rtl="0" algn="just">
              <a:spcBef>
                <a:spcPts val="0"/>
              </a:spcBef>
              <a:spcAft>
                <a:spcPts val="0"/>
              </a:spcAft>
              <a:buClr>
                <a:schemeClr val="dk1"/>
              </a:buClr>
              <a:buSzPts val="1400"/>
              <a:buFont typeface="Arial"/>
              <a:buChar char="•"/>
            </a:pPr>
            <a:r>
              <a:rPr b="0" i="0" lang="en-US" sz="1400" u="none" cap="none" strike="noStrike">
                <a:solidFill>
                  <a:schemeClr val="dk1"/>
                </a:solidFill>
                <a:latin typeface="Trebuchet MS"/>
                <a:ea typeface="Trebuchet MS"/>
                <a:cs typeface="Trebuchet MS"/>
                <a:sym typeface="Trebuchet MS"/>
              </a:rPr>
              <a:t>Information Gathering Agents: Agents that search, gather, and process information. Example: Web crawlers or data aggregation bots.</a:t>
            </a:r>
            <a:endParaRPr b="0" i="0" sz="1400" u="none" cap="none" strike="noStrike">
              <a:solidFill>
                <a:schemeClr val="dk1"/>
              </a:solidFill>
              <a:latin typeface="Trebuchet MS"/>
              <a:ea typeface="Trebuchet MS"/>
              <a:cs typeface="Trebuchet MS"/>
              <a:sym typeface="Trebuchet MS"/>
            </a:endParaRPr>
          </a:p>
          <a:p>
            <a:pPr indent="-285750" lvl="1" marL="742950" marR="0" rtl="0" algn="just">
              <a:spcBef>
                <a:spcPts val="0"/>
              </a:spcBef>
              <a:spcAft>
                <a:spcPts val="0"/>
              </a:spcAft>
              <a:buClr>
                <a:schemeClr val="dk1"/>
              </a:buClr>
              <a:buSzPts val="1400"/>
              <a:buFont typeface="Arial"/>
              <a:buChar char="•"/>
            </a:pPr>
            <a:r>
              <a:rPr b="0" i="0" lang="en-US" sz="1400" u="none" cap="none" strike="noStrike">
                <a:solidFill>
                  <a:schemeClr val="dk1"/>
                </a:solidFill>
                <a:latin typeface="Trebuchet MS"/>
                <a:ea typeface="Trebuchet MS"/>
                <a:cs typeface="Trebuchet MS"/>
                <a:sym typeface="Trebuchet MS"/>
              </a:rPr>
              <a:t>Interface Agents: These interact with users and act as a bridge between humans and software applications. Example: Chatbots and voice assistants.</a:t>
            </a:r>
            <a:endParaRPr b="0" i="0" sz="1400" u="none" cap="none" strike="noStrike">
              <a:solidFill>
                <a:schemeClr val="dk1"/>
              </a:solidFill>
              <a:latin typeface="Trebuchet MS"/>
              <a:ea typeface="Trebuchet MS"/>
              <a:cs typeface="Trebuchet MS"/>
              <a:sym typeface="Trebuchet MS"/>
            </a:endParaRPr>
          </a:p>
          <a:p>
            <a:pPr indent="-285750" lvl="1" marL="742950" marR="0" rtl="0" algn="just">
              <a:spcBef>
                <a:spcPts val="0"/>
              </a:spcBef>
              <a:spcAft>
                <a:spcPts val="0"/>
              </a:spcAft>
              <a:buClr>
                <a:schemeClr val="dk1"/>
              </a:buClr>
              <a:buSzPts val="1400"/>
              <a:buFont typeface="Arial"/>
              <a:buChar char="•"/>
            </a:pPr>
            <a:r>
              <a:rPr b="0" i="0" lang="en-US" sz="1400" u="none" cap="none" strike="noStrike">
                <a:solidFill>
                  <a:schemeClr val="dk1"/>
                </a:solidFill>
                <a:latin typeface="Trebuchet MS"/>
                <a:ea typeface="Trebuchet MS"/>
                <a:cs typeface="Trebuchet MS"/>
                <a:sym typeface="Trebuchet MS"/>
              </a:rPr>
              <a:t>Collaborative Agents: Work in multi-agent systems where multiple agents work together. Example: Distributed AI agents for optimizing network resources.</a:t>
            </a:r>
            <a:endParaRPr b="0" i="0" sz="1400" u="none" cap="none" strike="noStrike">
              <a:solidFill>
                <a:schemeClr val="dk1"/>
              </a:solidFill>
              <a:latin typeface="Trebuchet MS"/>
              <a:ea typeface="Trebuchet MS"/>
              <a:cs typeface="Trebuchet MS"/>
              <a:sym typeface="Trebuchet MS"/>
            </a:endParaRPr>
          </a:p>
          <a:p>
            <a:pPr indent="-196850" lvl="1" marL="742950" marR="0" rtl="0" algn="just">
              <a:spcBef>
                <a:spcPts val="0"/>
              </a:spcBef>
              <a:spcAft>
                <a:spcPts val="0"/>
              </a:spcAft>
              <a:buClr>
                <a:schemeClr val="dk1"/>
              </a:buClr>
              <a:buSzPts val="1400"/>
              <a:buFont typeface="Arial"/>
              <a:buNone/>
            </a:pPr>
            <a:r>
              <a:t/>
            </a:r>
            <a:endParaRPr b="0" i="0" sz="1400" u="none" cap="none" strike="noStrike">
              <a:solidFill>
                <a:schemeClr val="dk1"/>
              </a:solidFill>
              <a:latin typeface="Trebuchet MS"/>
              <a:ea typeface="Trebuchet MS"/>
              <a:cs typeface="Trebuchet MS"/>
              <a:sym typeface="Trebuchet MS"/>
            </a:endParaRPr>
          </a:p>
          <a:p>
            <a:pPr indent="-196850" lvl="1" marL="742950" marR="0" rtl="0" algn="just">
              <a:spcBef>
                <a:spcPts val="0"/>
              </a:spcBef>
              <a:spcAft>
                <a:spcPts val="0"/>
              </a:spcAft>
              <a:buClr>
                <a:schemeClr val="dk1"/>
              </a:buClr>
              <a:buSzPts val="1400"/>
              <a:buFont typeface="Arial"/>
              <a:buNone/>
            </a:pPr>
            <a:r>
              <a:t/>
            </a:r>
            <a:endParaRPr b="0" i="0" sz="1400" u="none" cap="none" strike="noStrike">
              <a:solidFill>
                <a:schemeClr val="dk1"/>
              </a:solidFill>
              <a:latin typeface="Trebuchet MS"/>
              <a:ea typeface="Trebuchet MS"/>
              <a:cs typeface="Trebuchet MS"/>
              <a:sym typeface="Trebuchet MS"/>
            </a:endParaRPr>
          </a:p>
          <a:p>
            <a:pPr indent="-285750" lvl="0" marL="285750" marR="0" rtl="0" algn="just">
              <a:spcBef>
                <a:spcPts val="0"/>
              </a:spcBef>
              <a:spcAft>
                <a:spcPts val="0"/>
              </a:spcAft>
              <a:buClr>
                <a:schemeClr val="dk1"/>
              </a:buClr>
              <a:buSzPts val="1400"/>
              <a:buFont typeface="Arial"/>
              <a:buChar char="•"/>
            </a:pPr>
            <a:r>
              <a:rPr lang="en-US" sz="1400">
                <a:solidFill>
                  <a:schemeClr val="dk1"/>
                </a:solidFill>
                <a:latin typeface="Trebuchet MS"/>
                <a:ea typeface="Trebuchet MS"/>
                <a:cs typeface="Trebuchet MS"/>
                <a:sym typeface="Trebuchet MS"/>
              </a:rPr>
              <a:t>By Learning Ability:</a:t>
            </a:r>
            <a:endParaRPr sz="1400">
              <a:solidFill>
                <a:schemeClr val="dk1"/>
              </a:solidFill>
              <a:latin typeface="Trebuchet MS"/>
              <a:ea typeface="Trebuchet MS"/>
              <a:cs typeface="Trebuchet MS"/>
              <a:sym typeface="Trebuchet MS"/>
            </a:endParaRPr>
          </a:p>
          <a:p>
            <a:pPr indent="-285750" lvl="1" marL="742950" marR="0" rtl="0" algn="just">
              <a:spcBef>
                <a:spcPts val="0"/>
              </a:spcBef>
              <a:spcAft>
                <a:spcPts val="0"/>
              </a:spcAft>
              <a:buClr>
                <a:schemeClr val="dk1"/>
              </a:buClr>
              <a:buSzPts val="1400"/>
              <a:buFont typeface="Arial"/>
              <a:buChar char="•"/>
            </a:pPr>
            <a:r>
              <a:rPr b="0" i="0" lang="en-US" sz="1400" u="none" cap="none" strike="noStrike">
                <a:solidFill>
                  <a:schemeClr val="dk1"/>
                </a:solidFill>
                <a:latin typeface="Trebuchet MS"/>
                <a:ea typeface="Trebuchet MS"/>
                <a:cs typeface="Trebuchet MS"/>
                <a:sym typeface="Trebuchet MS"/>
              </a:rPr>
              <a:t>Fixed Agents: Operate based on a set of static rules and do not learn or adapt. Useful for predictable, structured tasks.</a:t>
            </a:r>
            <a:endParaRPr b="0" i="0" sz="1400" u="none" cap="none" strike="noStrike">
              <a:solidFill>
                <a:schemeClr val="dk1"/>
              </a:solidFill>
              <a:latin typeface="Trebuchet MS"/>
              <a:ea typeface="Trebuchet MS"/>
              <a:cs typeface="Trebuchet MS"/>
              <a:sym typeface="Trebuchet MS"/>
            </a:endParaRPr>
          </a:p>
          <a:p>
            <a:pPr indent="-285750" lvl="1" marL="742950" marR="0" rtl="0" algn="just">
              <a:spcBef>
                <a:spcPts val="0"/>
              </a:spcBef>
              <a:spcAft>
                <a:spcPts val="0"/>
              </a:spcAft>
              <a:buClr>
                <a:schemeClr val="dk1"/>
              </a:buClr>
              <a:buSzPts val="1400"/>
              <a:buFont typeface="Arial"/>
              <a:buChar char="•"/>
            </a:pPr>
            <a:r>
              <a:rPr b="0" i="0" lang="en-US" sz="1400" u="none" cap="none" strike="noStrike">
                <a:solidFill>
                  <a:schemeClr val="dk1"/>
                </a:solidFill>
                <a:latin typeface="Trebuchet MS"/>
                <a:ea typeface="Trebuchet MS"/>
                <a:cs typeface="Trebuchet MS"/>
                <a:sym typeface="Trebuchet MS"/>
              </a:rPr>
              <a:t>Learning Agents: Use data to learn and improve over time, often leveraging reinforcement learning or supervised learning.</a:t>
            </a:r>
            <a:endParaRPr b="0" i="0" sz="1400" u="none" cap="none" strike="noStrike">
              <a:solidFill>
                <a:schemeClr val="dk1"/>
              </a:solidFill>
              <a:latin typeface="Trebuchet MS"/>
              <a:ea typeface="Trebuchet MS"/>
              <a:cs typeface="Trebuchet MS"/>
              <a:sym typeface="Trebuchet MS"/>
            </a:endParaRPr>
          </a:p>
          <a:p>
            <a:pPr indent="-196850" lvl="1" marL="742950" marR="0" rtl="0" algn="just">
              <a:spcBef>
                <a:spcPts val="0"/>
              </a:spcBef>
              <a:spcAft>
                <a:spcPts val="0"/>
              </a:spcAft>
              <a:buClr>
                <a:schemeClr val="dk1"/>
              </a:buClr>
              <a:buSzPts val="1400"/>
              <a:buFont typeface="Arial"/>
              <a:buNone/>
            </a:pPr>
            <a:r>
              <a:t/>
            </a:r>
            <a:endParaRPr b="0" i="0" sz="1400" u="none" cap="none" strike="noStrike">
              <a:solidFill>
                <a:schemeClr val="dk1"/>
              </a:solidFill>
              <a:latin typeface="Trebuchet MS"/>
              <a:ea typeface="Trebuchet MS"/>
              <a:cs typeface="Trebuchet MS"/>
              <a:sym typeface="Trebuchet MS"/>
            </a:endParaRPr>
          </a:p>
          <a:p>
            <a:pPr indent="-196850" lvl="1" marL="742950" marR="0" rtl="0" algn="just">
              <a:spcBef>
                <a:spcPts val="0"/>
              </a:spcBef>
              <a:spcAft>
                <a:spcPts val="0"/>
              </a:spcAft>
              <a:buClr>
                <a:schemeClr val="dk1"/>
              </a:buClr>
              <a:buSzPts val="1400"/>
              <a:buFont typeface="Arial"/>
              <a:buNone/>
            </a:pPr>
            <a:r>
              <a:t/>
            </a:r>
            <a:endParaRPr b="0" i="0" sz="1400" u="none" cap="none" strike="noStrike">
              <a:solidFill>
                <a:schemeClr val="dk1"/>
              </a:solidFill>
              <a:latin typeface="Trebuchet MS"/>
              <a:ea typeface="Trebuchet MS"/>
              <a:cs typeface="Trebuchet MS"/>
              <a:sym typeface="Trebuchet MS"/>
            </a:endParaRPr>
          </a:p>
          <a:p>
            <a:pPr indent="-285750" lvl="0" marL="285750" marR="0" rtl="0" algn="just">
              <a:spcBef>
                <a:spcPts val="0"/>
              </a:spcBef>
              <a:spcAft>
                <a:spcPts val="0"/>
              </a:spcAft>
              <a:buClr>
                <a:schemeClr val="dk1"/>
              </a:buClr>
              <a:buSzPts val="1400"/>
              <a:buFont typeface="Arial"/>
              <a:buChar char="•"/>
            </a:pPr>
            <a:r>
              <a:rPr lang="en-US" sz="1400">
                <a:solidFill>
                  <a:schemeClr val="dk1"/>
                </a:solidFill>
                <a:latin typeface="Trebuchet MS"/>
                <a:ea typeface="Trebuchet MS"/>
                <a:cs typeface="Trebuchet MS"/>
                <a:sym typeface="Trebuchet MS"/>
              </a:rPr>
              <a:t>By Autonomy Level:</a:t>
            </a:r>
            <a:endParaRPr sz="1400">
              <a:solidFill>
                <a:schemeClr val="dk1"/>
              </a:solidFill>
              <a:latin typeface="Trebuchet MS"/>
              <a:ea typeface="Trebuchet MS"/>
              <a:cs typeface="Trebuchet MS"/>
              <a:sym typeface="Trebuchet MS"/>
            </a:endParaRPr>
          </a:p>
          <a:p>
            <a:pPr indent="-285750" lvl="1" marL="742950" marR="0" rtl="0" algn="just">
              <a:spcBef>
                <a:spcPts val="0"/>
              </a:spcBef>
              <a:spcAft>
                <a:spcPts val="0"/>
              </a:spcAft>
              <a:buClr>
                <a:schemeClr val="dk1"/>
              </a:buClr>
              <a:buSzPts val="1400"/>
              <a:buFont typeface="Arial"/>
              <a:buChar char="•"/>
            </a:pPr>
            <a:r>
              <a:rPr b="0" i="0" lang="en-US" sz="1400" u="none" cap="none" strike="noStrike">
                <a:solidFill>
                  <a:schemeClr val="dk1"/>
                </a:solidFill>
                <a:latin typeface="Trebuchet MS"/>
                <a:ea typeface="Trebuchet MS"/>
                <a:cs typeface="Trebuchet MS"/>
                <a:sym typeface="Trebuchet MS"/>
              </a:rPr>
              <a:t>Assistive Agents: These help users with specific tasks but require direct input or supervision.</a:t>
            </a:r>
            <a:endParaRPr b="0" i="0" sz="1400" u="none" cap="none" strike="noStrike">
              <a:solidFill>
                <a:schemeClr val="dk1"/>
              </a:solidFill>
              <a:latin typeface="Trebuchet MS"/>
              <a:ea typeface="Trebuchet MS"/>
              <a:cs typeface="Trebuchet MS"/>
              <a:sym typeface="Trebuchet MS"/>
            </a:endParaRPr>
          </a:p>
          <a:p>
            <a:pPr indent="-285750" lvl="1" marL="742950" marR="0" rtl="0" algn="just">
              <a:spcBef>
                <a:spcPts val="0"/>
              </a:spcBef>
              <a:spcAft>
                <a:spcPts val="0"/>
              </a:spcAft>
              <a:buClr>
                <a:schemeClr val="dk1"/>
              </a:buClr>
              <a:buSzPts val="1400"/>
              <a:buFont typeface="Arial"/>
              <a:buChar char="•"/>
            </a:pPr>
            <a:r>
              <a:rPr b="0" i="0" lang="en-US" sz="1400" u="none" cap="none" strike="noStrike">
                <a:solidFill>
                  <a:schemeClr val="dk1"/>
                </a:solidFill>
                <a:latin typeface="Trebuchet MS"/>
                <a:ea typeface="Trebuchet MS"/>
                <a:cs typeface="Trebuchet MS"/>
                <a:sym typeface="Trebuchet MS"/>
              </a:rPr>
              <a:t>Autonomous Agents: Work independently and make decisions based on the environment, often seen in robotics and self-driving cars.</a:t>
            </a:r>
            <a:endParaRPr b="0" i="0" sz="1400" u="none" cap="none" strike="noStrike">
              <a:solidFill>
                <a:schemeClr val="dk1"/>
              </a:solidFill>
              <a:latin typeface="Trebuchet MS"/>
              <a:ea typeface="Trebuchet MS"/>
              <a:cs typeface="Trebuchet MS"/>
              <a:sym typeface="Trebuchet MS"/>
            </a:endParaRPr>
          </a:p>
          <a:p>
            <a:pPr indent="0" lvl="0" marL="0" marR="0" rtl="0" algn="just">
              <a:spcBef>
                <a:spcPts val="0"/>
              </a:spcBef>
              <a:spcAft>
                <a:spcPts val="0"/>
              </a:spcAft>
              <a:buNone/>
            </a:pPr>
            <a:r>
              <a:t/>
            </a:r>
            <a:endParaRPr sz="1400">
              <a:solidFill>
                <a:schemeClr val="dk1"/>
              </a:solidFill>
              <a:latin typeface="Trebuchet MS"/>
              <a:ea typeface="Trebuchet MS"/>
              <a:cs typeface="Trebuchet MS"/>
              <a:sym typeface="Trebuchet MS"/>
            </a:endParaRPr>
          </a:p>
        </p:txBody>
      </p:sp>
      <p:pic>
        <p:nvPicPr>
          <p:cNvPr id="195" name="Google Shape;195;p5"/>
          <p:cNvPicPr preferRelativeResize="0"/>
          <p:nvPr/>
        </p:nvPicPr>
        <p:blipFill rotWithShape="1">
          <a:blip r:embed="rId3">
            <a:alphaModFix/>
          </a:blip>
          <a:srcRect b="0" l="0" r="0" t="0"/>
          <a:stretch/>
        </p:blipFill>
        <p:spPr>
          <a:xfrm>
            <a:off x="6415088" y="1533525"/>
            <a:ext cx="5772150" cy="37909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6"/>
          <p:cNvSpPr/>
          <p:nvPr/>
        </p:nvSpPr>
        <p:spPr>
          <a:xfrm>
            <a:off x="738709" y="47625"/>
            <a:ext cx="10294298" cy="90678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chemeClr val="dk1"/>
              </a:buClr>
              <a:buSzPts val="2800"/>
              <a:buFont typeface="Arial Black"/>
              <a:buNone/>
            </a:pPr>
            <a:r>
              <a:rPr b="1" i="0" lang="en-US" sz="2800">
                <a:solidFill>
                  <a:schemeClr val="dk1"/>
                </a:solidFill>
                <a:latin typeface="Arial Black"/>
                <a:ea typeface="Arial Black"/>
                <a:cs typeface="Arial Black"/>
                <a:sym typeface="Arial Black"/>
              </a:rPr>
              <a:t>AI Agent Integration</a:t>
            </a:r>
            <a:endParaRPr b="1" i="0" sz="2800">
              <a:solidFill>
                <a:schemeClr val="dk1"/>
              </a:solidFill>
              <a:latin typeface="Arial Black"/>
              <a:ea typeface="Arial Black"/>
              <a:cs typeface="Arial Black"/>
              <a:sym typeface="Arial Black"/>
            </a:endParaRPr>
          </a:p>
        </p:txBody>
      </p:sp>
      <p:sp>
        <p:nvSpPr>
          <p:cNvPr id="201" name="Google Shape;201;p6"/>
          <p:cNvSpPr txBox="1"/>
          <p:nvPr/>
        </p:nvSpPr>
        <p:spPr>
          <a:xfrm>
            <a:off x="135467" y="1244600"/>
            <a:ext cx="5816599" cy="480131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b="1" sz="1800">
              <a:solidFill>
                <a:schemeClr val="dk1"/>
              </a:solidFill>
              <a:latin typeface="Trebuchet MS"/>
              <a:ea typeface="Trebuchet MS"/>
              <a:cs typeface="Trebuchet MS"/>
              <a:sym typeface="Trebuchet MS"/>
            </a:endParaRPr>
          </a:p>
          <a:p>
            <a:pPr indent="-228600" lvl="1" marL="228600" marR="0" rtl="0" algn="l">
              <a:spcBef>
                <a:spcPts val="0"/>
              </a:spcBef>
              <a:spcAft>
                <a:spcPts val="0"/>
              </a:spcAft>
              <a:buClr>
                <a:schemeClr val="dk1"/>
              </a:buClr>
              <a:buSzPts val="1800"/>
              <a:buFont typeface="Arial"/>
              <a:buChar char="•"/>
            </a:pPr>
            <a:r>
              <a:rPr b="1" i="0" lang="en-US" sz="1800" u="none" cap="none" strike="noStrike">
                <a:solidFill>
                  <a:schemeClr val="dk1"/>
                </a:solidFill>
                <a:latin typeface="Trebuchet MS"/>
                <a:ea typeface="Trebuchet MS"/>
                <a:cs typeface="Trebuchet MS"/>
                <a:sym typeface="Trebuchet MS"/>
              </a:rPr>
              <a:t>Frontend</a:t>
            </a:r>
            <a:r>
              <a:rPr b="0" i="0" lang="en-US" sz="1800" u="none" cap="none" strike="noStrike">
                <a:solidFill>
                  <a:schemeClr val="dk1"/>
                </a:solidFill>
                <a:latin typeface="Trebuchet MS"/>
                <a:ea typeface="Trebuchet MS"/>
                <a:cs typeface="Trebuchet MS"/>
                <a:sym typeface="Trebuchet MS"/>
              </a:rPr>
              <a:t>: Where users interact with the AI agent (e.g., website chatbot, mobile app).</a:t>
            </a:r>
            <a:endParaRPr/>
          </a:p>
          <a:p>
            <a:pPr indent="-114300" lvl="1" marL="228600" marR="0" rtl="0" algn="l">
              <a:spcBef>
                <a:spcPts val="0"/>
              </a:spcBef>
              <a:spcAft>
                <a:spcPts val="0"/>
              </a:spcAft>
              <a:buClr>
                <a:schemeClr val="dk1"/>
              </a:buClr>
              <a:buSzPts val="1800"/>
              <a:buFont typeface="Arial"/>
              <a:buNone/>
            </a:pPr>
            <a:r>
              <a:t/>
            </a:r>
            <a:endParaRPr b="0" i="0" sz="1800" u="none" cap="none" strike="noStrike">
              <a:solidFill>
                <a:schemeClr val="dk1"/>
              </a:solidFill>
              <a:latin typeface="Trebuchet MS"/>
              <a:ea typeface="Trebuchet MS"/>
              <a:cs typeface="Trebuchet MS"/>
              <a:sym typeface="Trebuchet MS"/>
            </a:endParaRPr>
          </a:p>
          <a:p>
            <a:pPr indent="-228600" lvl="1" marL="228600" marR="0" rtl="0" algn="l">
              <a:spcBef>
                <a:spcPts val="0"/>
              </a:spcBef>
              <a:spcAft>
                <a:spcPts val="0"/>
              </a:spcAft>
              <a:buClr>
                <a:schemeClr val="dk1"/>
              </a:buClr>
              <a:buSzPts val="1800"/>
              <a:buFont typeface="Arial"/>
              <a:buChar char="•"/>
            </a:pPr>
            <a:r>
              <a:rPr b="1" i="0" lang="en-US" sz="1800" u="none" cap="none" strike="noStrike">
                <a:solidFill>
                  <a:schemeClr val="dk1"/>
                </a:solidFill>
                <a:latin typeface="Trebuchet MS"/>
                <a:ea typeface="Trebuchet MS"/>
                <a:cs typeface="Trebuchet MS"/>
                <a:sym typeface="Trebuchet MS"/>
              </a:rPr>
              <a:t>API Gateway</a:t>
            </a:r>
            <a:r>
              <a:rPr b="0" i="0" lang="en-US" sz="1800" u="none" cap="none" strike="noStrike">
                <a:solidFill>
                  <a:schemeClr val="dk1"/>
                </a:solidFill>
                <a:latin typeface="Trebuchet MS"/>
                <a:ea typeface="Trebuchet MS"/>
                <a:cs typeface="Trebuchet MS"/>
                <a:sym typeface="Trebuchet MS"/>
              </a:rPr>
              <a:t>: Manages and routes requests from the frontend to the backend.</a:t>
            </a:r>
            <a:endParaRPr b="0" i="0" sz="1800" u="none" cap="none" strike="noStrike">
              <a:solidFill>
                <a:schemeClr val="dk1"/>
              </a:solidFill>
              <a:latin typeface="Trebuchet MS"/>
              <a:ea typeface="Trebuchet MS"/>
              <a:cs typeface="Trebuchet MS"/>
              <a:sym typeface="Trebuchet MS"/>
            </a:endParaRPr>
          </a:p>
          <a:p>
            <a:pPr indent="-114300" lvl="1" marL="228600" marR="0" rtl="0" algn="l">
              <a:spcBef>
                <a:spcPts val="0"/>
              </a:spcBef>
              <a:spcAft>
                <a:spcPts val="0"/>
              </a:spcAft>
              <a:buClr>
                <a:schemeClr val="dk1"/>
              </a:buClr>
              <a:buSzPts val="1800"/>
              <a:buFont typeface="Arial"/>
              <a:buNone/>
            </a:pPr>
            <a:r>
              <a:t/>
            </a:r>
            <a:endParaRPr b="0" i="0" sz="1800" u="none" cap="none" strike="noStrike">
              <a:solidFill>
                <a:schemeClr val="dk1"/>
              </a:solidFill>
              <a:latin typeface="Trebuchet MS"/>
              <a:ea typeface="Trebuchet MS"/>
              <a:cs typeface="Trebuchet MS"/>
              <a:sym typeface="Trebuchet MS"/>
            </a:endParaRPr>
          </a:p>
          <a:p>
            <a:pPr indent="-228600" lvl="1" marL="228600" marR="0" rtl="0" algn="l">
              <a:spcBef>
                <a:spcPts val="0"/>
              </a:spcBef>
              <a:spcAft>
                <a:spcPts val="0"/>
              </a:spcAft>
              <a:buClr>
                <a:schemeClr val="dk1"/>
              </a:buClr>
              <a:buSzPts val="1800"/>
              <a:buFont typeface="Arial"/>
              <a:buChar char="•"/>
            </a:pPr>
            <a:r>
              <a:rPr b="1" i="0" lang="en-US" sz="1800" u="none" cap="none" strike="noStrike">
                <a:solidFill>
                  <a:schemeClr val="dk1"/>
                </a:solidFill>
                <a:latin typeface="Trebuchet MS"/>
                <a:ea typeface="Trebuchet MS"/>
                <a:cs typeface="Trebuchet MS"/>
                <a:sym typeface="Trebuchet MS"/>
              </a:rPr>
              <a:t>Backend Server</a:t>
            </a:r>
            <a:r>
              <a:rPr b="0" i="0" lang="en-US" sz="1800" u="none" cap="none" strike="noStrike">
                <a:solidFill>
                  <a:schemeClr val="dk1"/>
                </a:solidFill>
                <a:latin typeface="Trebuchet MS"/>
                <a:ea typeface="Trebuchet MS"/>
                <a:cs typeface="Trebuchet MS"/>
                <a:sym typeface="Trebuchet MS"/>
              </a:rPr>
              <a:t>: Processes requests, manages interactions with the AI model, and handles data storage.</a:t>
            </a:r>
            <a:endParaRPr/>
          </a:p>
          <a:p>
            <a:pPr indent="-114300" lvl="1" marL="228600" marR="0" rtl="0" algn="l">
              <a:spcBef>
                <a:spcPts val="0"/>
              </a:spcBef>
              <a:spcAft>
                <a:spcPts val="0"/>
              </a:spcAft>
              <a:buClr>
                <a:schemeClr val="dk1"/>
              </a:buClr>
              <a:buSzPts val="1800"/>
              <a:buFont typeface="Arial"/>
              <a:buNone/>
            </a:pPr>
            <a:r>
              <a:t/>
            </a:r>
            <a:endParaRPr b="0" i="0" sz="1800" u="none" cap="none" strike="noStrike">
              <a:solidFill>
                <a:schemeClr val="dk1"/>
              </a:solidFill>
              <a:latin typeface="Trebuchet MS"/>
              <a:ea typeface="Trebuchet MS"/>
              <a:cs typeface="Trebuchet MS"/>
              <a:sym typeface="Trebuchet MS"/>
            </a:endParaRPr>
          </a:p>
          <a:p>
            <a:pPr indent="-228600" lvl="1" marL="228600" marR="0" rtl="0" algn="l">
              <a:spcBef>
                <a:spcPts val="0"/>
              </a:spcBef>
              <a:spcAft>
                <a:spcPts val="0"/>
              </a:spcAft>
              <a:buClr>
                <a:schemeClr val="dk1"/>
              </a:buClr>
              <a:buSzPts val="1800"/>
              <a:buFont typeface="Arial"/>
              <a:buChar char="•"/>
            </a:pPr>
            <a:r>
              <a:rPr b="1" i="0" lang="en-US" sz="1800" u="none" cap="none" strike="noStrike">
                <a:solidFill>
                  <a:schemeClr val="dk1"/>
                </a:solidFill>
                <a:latin typeface="Trebuchet MS"/>
                <a:ea typeface="Trebuchet MS"/>
                <a:cs typeface="Trebuchet MS"/>
                <a:sym typeface="Trebuchet MS"/>
              </a:rPr>
              <a:t>AI Model Service</a:t>
            </a:r>
            <a:r>
              <a:rPr b="0" i="0" lang="en-US" sz="1800" u="none" cap="none" strike="noStrike">
                <a:solidFill>
                  <a:schemeClr val="dk1"/>
                </a:solidFill>
                <a:latin typeface="Trebuchet MS"/>
                <a:ea typeface="Trebuchet MS"/>
                <a:cs typeface="Trebuchet MS"/>
                <a:sym typeface="Trebuchet MS"/>
              </a:rPr>
              <a:t>: Connects to the AI provider (e.g., OpenAI, Hugging Face) to process user queries and receive responses.</a:t>
            </a:r>
            <a:endParaRPr/>
          </a:p>
          <a:p>
            <a:pPr indent="-114300" lvl="1" marL="228600" marR="0" rtl="0" algn="l">
              <a:spcBef>
                <a:spcPts val="0"/>
              </a:spcBef>
              <a:spcAft>
                <a:spcPts val="0"/>
              </a:spcAft>
              <a:buClr>
                <a:schemeClr val="dk1"/>
              </a:buClr>
              <a:buSzPts val="1800"/>
              <a:buFont typeface="Arial"/>
              <a:buNone/>
            </a:pPr>
            <a:r>
              <a:t/>
            </a:r>
            <a:endParaRPr b="0" i="0" sz="1800" u="none" cap="none" strike="noStrike">
              <a:solidFill>
                <a:schemeClr val="dk1"/>
              </a:solidFill>
              <a:latin typeface="Trebuchet MS"/>
              <a:ea typeface="Trebuchet MS"/>
              <a:cs typeface="Trebuchet MS"/>
              <a:sym typeface="Trebuchet MS"/>
            </a:endParaRPr>
          </a:p>
          <a:p>
            <a:pPr indent="-228600" lvl="1" marL="228600" marR="0" rtl="0" algn="l">
              <a:spcBef>
                <a:spcPts val="0"/>
              </a:spcBef>
              <a:spcAft>
                <a:spcPts val="0"/>
              </a:spcAft>
              <a:buClr>
                <a:schemeClr val="dk1"/>
              </a:buClr>
              <a:buSzPts val="1800"/>
              <a:buFont typeface="Arial"/>
              <a:buChar char="•"/>
            </a:pPr>
            <a:r>
              <a:rPr b="1" i="0" lang="en-US" sz="1800" u="none" cap="none" strike="noStrike">
                <a:solidFill>
                  <a:schemeClr val="dk1"/>
                </a:solidFill>
                <a:latin typeface="Trebuchet MS"/>
                <a:ea typeface="Trebuchet MS"/>
                <a:cs typeface="Trebuchet MS"/>
                <a:sym typeface="Trebuchet MS"/>
              </a:rPr>
              <a:t>Database</a:t>
            </a:r>
            <a:r>
              <a:rPr b="0" i="0" lang="en-US" sz="1800" u="none" cap="none" strike="noStrike">
                <a:solidFill>
                  <a:schemeClr val="dk1"/>
                </a:solidFill>
                <a:latin typeface="Trebuchet MS"/>
                <a:ea typeface="Trebuchet MS"/>
                <a:cs typeface="Trebuchet MS"/>
                <a:sym typeface="Trebuchet MS"/>
              </a:rPr>
              <a:t>: Stores user data, past interactions, and configuration settings if needed.</a:t>
            </a:r>
            <a:endParaRPr/>
          </a:p>
        </p:txBody>
      </p:sp>
      <p:pic>
        <p:nvPicPr>
          <p:cNvPr descr="A diagram of a chatbot&#10;&#10;Description automatically generated" id="202" name="Google Shape;202;p6"/>
          <p:cNvPicPr preferRelativeResize="0"/>
          <p:nvPr/>
        </p:nvPicPr>
        <p:blipFill rotWithShape="1">
          <a:blip r:embed="rId3">
            <a:alphaModFix/>
          </a:blip>
          <a:srcRect b="0" l="0" r="0" t="0"/>
          <a:stretch/>
        </p:blipFill>
        <p:spPr>
          <a:xfrm>
            <a:off x="6282267" y="1864176"/>
            <a:ext cx="5774264" cy="3129648"/>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7"/>
          <p:cNvSpPr/>
          <p:nvPr/>
        </p:nvSpPr>
        <p:spPr>
          <a:xfrm>
            <a:off x="803198" y="-3603"/>
            <a:ext cx="10294298" cy="90678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chemeClr val="dk1"/>
              </a:buClr>
              <a:buSzPts val="2800"/>
              <a:buFont typeface="Noto Sans"/>
              <a:buNone/>
            </a:pPr>
            <a:r>
              <a:rPr b="1" i="0" lang="en-US" sz="2800">
                <a:solidFill>
                  <a:schemeClr val="dk1"/>
                </a:solidFill>
                <a:latin typeface="Noto Sans"/>
                <a:ea typeface="Noto Sans"/>
                <a:cs typeface="Noto Sans"/>
                <a:sym typeface="Noto Sans"/>
              </a:rPr>
              <a:t>AI Agents Integration: configuration</a:t>
            </a:r>
            <a:endParaRPr/>
          </a:p>
        </p:txBody>
      </p:sp>
      <p:sp>
        <p:nvSpPr>
          <p:cNvPr id="208" name="Google Shape;208;p7"/>
          <p:cNvSpPr txBox="1"/>
          <p:nvPr/>
        </p:nvSpPr>
        <p:spPr>
          <a:xfrm>
            <a:off x="1083733" y="1092200"/>
            <a:ext cx="10498666" cy="5586145"/>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en-US" sz="1800">
                <a:solidFill>
                  <a:schemeClr val="dk1"/>
                </a:solidFill>
                <a:latin typeface="Trebuchet MS"/>
                <a:ea typeface="Trebuchet MS"/>
                <a:cs typeface="Trebuchet MS"/>
                <a:sym typeface="Trebuchet MS"/>
              </a:rPr>
              <a:t>Define the Purpose</a:t>
            </a:r>
            <a:r>
              <a:rPr lang="en-US" sz="1800">
                <a:solidFill>
                  <a:schemeClr val="dk1"/>
                </a:solidFill>
                <a:latin typeface="Trebuchet MS"/>
                <a:ea typeface="Trebuchet MS"/>
                <a:cs typeface="Trebuchet MS"/>
                <a:sym typeface="Trebuchet MS"/>
              </a:rPr>
              <a:t>: Before configuring the AI, clearly define the agent’s goals (e.g., providing customer support, recommending products, answering FAQs).</a:t>
            </a:r>
            <a:endParaRPr sz="1800">
              <a:solidFill>
                <a:schemeClr val="dk1"/>
              </a:solidFill>
              <a:latin typeface="Trebuchet MS"/>
              <a:ea typeface="Trebuchet MS"/>
              <a:cs typeface="Trebuchet MS"/>
              <a:sym typeface="Trebuchet MS"/>
            </a:endParaRPr>
          </a:p>
          <a:p>
            <a:pPr indent="0" lvl="0" marL="0" marR="0" rtl="0" algn="just">
              <a:spcBef>
                <a:spcPts val="0"/>
              </a:spcBef>
              <a:spcAft>
                <a:spcPts val="0"/>
              </a:spcAft>
              <a:buClr>
                <a:schemeClr val="dk1"/>
              </a:buClr>
              <a:buSzPts val="1800"/>
              <a:buFont typeface="Arial"/>
              <a:buNone/>
            </a:pPr>
            <a:r>
              <a:t/>
            </a:r>
            <a:endParaRPr sz="1800">
              <a:solidFill>
                <a:schemeClr val="dk1"/>
              </a:solidFill>
              <a:latin typeface="Trebuchet MS"/>
              <a:ea typeface="Trebuchet MS"/>
              <a:cs typeface="Trebuchet MS"/>
              <a:sym typeface="Trebuchet MS"/>
            </a:endParaRPr>
          </a:p>
          <a:p>
            <a:pPr indent="0" lvl="0" marL="0" marR="0" rtl="0" algn="just">
              <a:spcBef>
                <a:spcPts val="0"/>
              </a:spcBef>
              <a:spcAft>
                <a:spcPts val="0"/>
              </a:spcAft>
              <a:buNone/>
            </a:pPr>
            <a:r>
              <a:rPr b="1" lang="en-US" sz="1800">
                <a:solidFill>
                  <a:schemeClr val="dk1"/>
                </a:solidFill>
                <a:latin typeface="Trebuchet MS"/>
                <a:ea typeface="Trebuchet MS"/>
                <a:cs typeface="Trebuchet MS"/>
                <a:sym typeface="Trebuchet MS"/>
              </a:rPr>
              <a:t>Adjusting Model Parameters</a:t>
            </a:r>
            <a:r>
              <a:rPr lang="en-US" sz="1800">
                <a:solidFill>
                  <a:schemeClr val="dk1"/>
                </a:solidFill>
                <a:latin typeface="Trebuchet MS"/>
                <a:ea typeface="Trebuchet MS"/>
                <a:cs typeface="Trebuchet MS"/>
                <a:sym typeface="Trebuchet MS"/>
              </a:rPr>
              <a:t>:</a:t>
            </a:r>
            <a:endParaRPr/>
          </a:p>
          <a:p>
            <a:pPr indent="-228600" lvl="1" marL="228600" marR="0" rtl="0" algn="just">
              <a:spcBef>
                <a:spcPts val="0"/>
              </a:spcBef>
              <a:spcAft>
                <a:spcPts val="0"/>
              </a:spcAft>
              <a:buClr>
                <a:schemeClr val="dk1"/>
              </a:buClr>
              <a:buSzPts val="1800"/>
              <a:buFont typeface="Arial"/>
              <a:buChar char="•"/>
            </a:pPr>
            <a:r>
              <a:rPr b="1" i="0" lang="en-US" sz="1800" u="none" cap="none" strike="noStrike">
                <a:solidFill>
                  <a:schemeClr val="dk1"/>
                </a:solidFill>
                <a:latin typeface="Trebuchet MS"/>
                <a:ea typeface="Trebuchet MS"/>
                <a:cs typeface="Trebuchet MS"/>
                <a:sym typeface="Trebuchet MS"/>
              </a:rPr>
              <a:t>Temperature</a:t>
            </a:r>
            <a:r>
              <a:rPr b="0" i="0" lang="en-US" sz="1800" u="none" cap="none" strike="noStrike">
                <a:solidFill>
                  <a:schemeClr val="dk1"/>
                </a:solidFill>
                <a:latin typeface="Trebuchet MS"/>
                <a:ea typeface="Trebuchet MS"/>
                <a:cs typeface="Trebuchet MS"/>
                <a:sym typeface="Trebuchet MS"/>
              </a:rPr>
              <a:t>: Controls the creativity of responses. Higher values (e.g., 1.0) produce more diverse outputs, while lower values produce more deterministic responses.</a:t>
            </a:r>
            <a:endParaRPr/>
          </a:p>
          <a:p>
            <a:pPr indent="-114300" lvl="1" marL="228600" marR="0" rtl="0" algn="just">
              <a:spcBef>
                <a:spcPts val="0"/>
              </a:spcBef>
              <a:spcAft>
                <a:spcPts val="0"/>
              </a:spcAft>
              <a:buClr>
                <a:schemeClr val="dk1"/>
              </a:buClr>
              <a:buSzPts val="1800"/>
              <a:buFont typeface="Arial"/>
              <a:buNone/>
            </a:pPr>
            <a:r>
              <a:t/>
            </a:r>
            <a:endParaRPr b="0" i="0" sz="1800" u="none" cap="none" strike="noStrike">
              <a:solidFill>
                <a:schemeClr val="dk1"/>
              </a:solidFill>
              <a:latin typeface="Trebuchet MS"/>
              <a:ea typeface="Trebuchet MS"/>
              <a:cs typeface="Trebuchet MS"/>
              <a:sym typeface="Trebuchet MS"/>
            </a:endParaRPr>
          </a:p>
          <a:p>
            <a:pPr indent="-228600" lvl="1" marL="228600" marR="0" rtl="0" algn="just">
              <a:spcBef>
                <a:spcPts val="0"/>
              </a:spcBef>
              <a:spcAft>
                <a:spcPts val="0"/>
              </a:spcAft>
              <a:buClr>
                <a:schemeClr val="dk1"/>
              </a:buClr>
              <a:buSzPts val="1800"/>
              <a:buFont typeface="Arial"/>
              <a:buChar char="•"/>
            </a:pPr>
            <a:r>
              <a:rPr b="1" i="0" lang="en-US" sz="1800" u="none" cap="none" strike="noStrike">
                <a:solidFill>
                  <a:schemeClr val="dk1"/>
                </a:solidFill>
                <a:latin typeface="Trebuchet MS"/>
                <a:ea typeface="Trebuchet MS"/>
                <a:cs typeface="Trebuchet MS"/>
                <a:sym typeface="Trebuchet MS"/>
              </a:rPr>
              <a:t>Max Tokens</a:t>
            </a:r>
            <a:r>
              <a:rPr b="0" i="0" lang="en-US" sz="1800" u="none" cap="none" strike="noStrike">
                <a:solidFill>
                  <a:schemeClr val="dk1"/>
                </a:solidFill>
                <a:latin typeface="Trebuchet MS"/>
                <a:ea typeface="Trebuchet MS"/>
                <a:cs typeface="Trebuchet MS"/>
                <a:sym typeface="Trebuchet MS"/>
              </a:rPr>
              <a:t>: Limits the length of the response, useful for concise or detailed answers.</a:t>
            </a:r>
            <a:endParaRPr/>
          </a:p>
          <a:p>
            <a:pPr indent="-114300" lvl="1" marL="228600" marR="0" rtl="0" algn="just">
              <a:spcBef>
                <a:spcPts val="0"/>
              </a:spcBef>
              <a:spcAft>
                <a:spcPts val="0"/>
              </a:spcAft>
              <a:buClr>
                <a:schemeClr val="dk1"/>
              </a:buClr>
              <a:buSzPts val="1800"/>
              <a:buFont typeface="Arial"/>
              <a:buNone/>
            </a:pPr>
            <a:r>
              <a:t/>
            </a:r>
            <a:endParaRPr b="0" i="0" sz="1800" u="none" cap="none" strike="noStrike">
              <a:solidFill>
                <a:schemeClr val="dk1"/>
              </a:solidFill>
              <a:latin typeface="Trebuchet MS"/>
              <a:ea typeface="Trebuchet MS"/>
              <a:cs typeface="Trebuchet MS"/>
              <a:sym typeface="Trebuchet MS"/>
            </a:endParaRPr>
          </a:p>
          <a:p>
            <a:pPr indent="-228600" lvl="1" marL="228600" marR="0" rtl="0" algn="just">
              <a:spcBef>
                <a:spcPts val="0"/>
              </a:spcBef>
              <a:spcAft>
                <a:spcPts val="0"/>
              </a:spcAft>
              <a:buClr>
                <a:schemeClr val="dk1"/>
              </a:buClr>
              <a:buSzPts val="1800"/>
              <a:buFont typeface="Arial"/>
              <a:buChar char="•"/>
            </a:pPr>
            <a:r>
              <a:rPr b="1" i="0" lang="en-US" sz="1800" u="none" cap="none" strike="noStrike">
                <a:solidFill>
                  <a:schemeClr val="dk1"/>
                </a:solidFill>
                <a:latin typeface="Trebuchet MS"/>
                <a:ea typeface="Trebuchet MS"/>
                <a:cs typeface="Trebuchet MS"/>
                <a:sym typeface="Trebuchet MS"/>
              </a:rPr>
              <a:t>Top-p (Nucleus Sampling)</a:t>
            </a:r>
            <a:r>
              <a:rPr b="0" i="0" lang="en-US" sz="1800" u="none" cap="none" strike="noStrike">
                <a:solidFill>
                  <a:schemeClr val="dk1"/>
                </a:solidFill>
                <a:latin typeface="Trebuchet MS"/>
                <a:ea typeface="Trebuchet MS"/>
                <a:cs typeface="Trebuchet MS"/>
                <a:sym typeface="Trebuchet MS"/>
              </a:rPr>
              <a:t>: Limits token selection to the top-p percent, balancing response diversity. This defines defines the probabilistic sum of tokens that should be considered for each subsequent token. Top P's values span from 0.0 to 1.0.</a:t>
            </a:r>
            <a:endParaRPr/>
          </a:p>
          <a:p>
            <a:pPr indent="-114300" lvl="1" marL="228600" marR="0" rtl="0" algn="just">
              <a:spcBef>
                <a:spcPts val="0"/>
              </a:spcBef>
              <a:spcAft>
                <a:spcPts val="0"/>
              </a:spcAft>
              <a:buClr>
                <a:schemeClr val="dk1"/>
              </a:buClr>
              <a:buSzPts val="1800"/>
              <a:buFont typeface="Arial"/>
              <a:buNone/>
            </a:pPr>
            <a:r>
              <a:t/>
            </a:r>
            <a:endParaRPr b="0" i="0" sz="1800" u="none" cap="none" strike="noStrike">
              <a:solidFill>
                <a:schemeClr val="dk1"/>
              </a:solidFill>
              <a:latin typeface="Trebuchet MS"/>
              <a:ea typeface="Trebuchet MS"/>
              <a:cs typeface="Trebuchet MS"/>
              <a:sym typeface="Trebuchet MS"/>
            </a:endParaRPr>
          </a:p>
          <a:p>
            <a:pPr indent="0" lvl="0" marL="0" marR="0" rtl="0" algn="just">
              <a:spcBef>
                <a:spcPts val="0"/>
              </a:spcBef>
              <a:spcAft>
                <a:spcPts val="0"/>
              </a:spcAft>
              <a:buNone/>
            </a:pPr>
            <a:r>
              <a:rPr b="1" lang="en-US" sz="1800">
                <a:solidFill>
                  <a:schemeClr val="dk1"/>
                </a:solidFill>
                <a:latin typeface="Trebuchet MS"/>
                <a:ea typeface="Trebuchet MS"/>
                <a:cs typeface="Trebuchet MS"/>
                <a:sym typeface="Trebuchet MS"/>
              </a:rPr>
              <a:t>Prompt Engineering</a:t>
            </a:r>
            <a:r>
              <a:rPr lang="en-US" sz="1800">
                <a:solidFill>
                  <a:schemeClr val="dk1"/>
                </a:solidFill>
                <a:latin typeface="Trebuchet MS"/>
                <a:ea typeface="Trebuchet MS"/>
                <a:cs typeface="Trebuchet MS"/>
                <a:sym typeface="Trebuchet MS"/>
              </a:rPr>
              <a:t>:</a:t>
            </a:r>
            <a:endParaRPr/>
          </a:p>
          <a:p>
            <a:pPr indent="-228600" lvl="1" marL="228600" marR="0" rtl="0" algn="just">
              <a:spcBef>
                <a:spcPts val="0"/>
              </a:spcBef>
              <a:spcAft>
                <a:spcPts val="0"/>
              </a:spcAft>
              <a:buClr>
                <a:schemeClr val="dk1"/>
              </a:buClr>
              <a:buSzPts val="1800"/>
              <a:buFont typeface="Arial"/>
              <a:buChar char="•"/>
            </a:pPr>
            <a:r>
              <a:rPr b="0" i="0" lang="en-US" sz="1800" u="none" cap="none" strike="noStrike">
                <a:solidFill>
                  <a:schemeClr val="dk1"/>
                </a:solidFill>
                <a:latin typeface="Trebuchet MS"/>
                <a:ea typeface="Trebuchet MS"/>
                <a:cs typeface="Trebuchet MS"/>
                <a:sym typeface="Trebuchet MS"/>
              </a:rPr>
              <a:t>Write prompts tailored to specific tasks or responses (e.g., “Explain this product’s features” or “Provide a friendly greeting”).</a:t>
            </a:r>
            <a:endParaRPr/>
          </a:p>
          <a:p>
            <a:pPr indent="-228600" lvl="1" marL="228600" marR="0" rtl="0" algn="just">
              <a:spcBef>
                <a:spcPts val="0"/>
              </a:spcBef>
              <a:spcAft>
                <a:spcPts val="0"/>
              </a:spcAft>
              <a:buClr>
                <a:schemeClr val="dk1"/>
              </a:buClr>
              <a:buSzPts val="1800"/>
              <a:buFont typeface="Arial"/>
              <a:buChar char="•"/>
            </a:pPr>
            <a:r>
              <a:rPr b="0" i="0" lang="en-US" sz="1800" u="none" cap="none" strike="noStrike">
                <a:solidFill>
                  <a:schemeClr val="dk1"/>
                </a:solidFill>
                <a:latin typeface="Trebuchet MS"/>
                <a:ea typeface="Trebuchet MS"/>
                <a:cs typeface="Trebuchet MS"/>
                <a:sym typeface="Trebuchet MS"/>
              </a:rPr>
              <a:t>Test and iterate on prompts to achieve desired outputs.</a:t>
            </a:r>
            <a:endParaRPr/>
          </a:p>
          <a:p>
            <a:pPr indent="-114300" lvl="1" marL="228600" marR="0" rtl="0" algn="just">
              <a:spcBef>
                <a:spcPts val="0"/>
              </a:spcBef>
              <a:spcAft>
                <a:spcPts val="0"/>
              </a:spcAft>
              <a:buClr>
                <a:schemeClr val="dk1"/>
              </a:buClr>
              <a:buSzPts val="1800"/>
              <a:buFont typeface="Arial"/>
              <a:buNone/>
            </a:pPr>
            <a:r>
              <a:t/>
            </a:r>
            <a:endParaRPr b="0" i="0" sz="1800" u="none" cap="none" strike="noStrike">
              <a:solidFill>
                <a:schemeClr val="dk1"/>
              </a:solidFill>
              <a:latin typeface="Trebuchet MS"/>
              <a:ea typeface="Trebuchet MS"/>
              <a:cs typeface="Trebuchet MS"/>
              <a:sym typeface="Trebuchet MS"/>
            </a:endParaRPr>
          </a:p>
          <a:p>
            <a:pPr indent="0" lvl="0" marL="0" marR="0" rtl="0" algn="just">
              <a:spcBef>
                <a:spcPts val="0"/>
              </a:spcBef>
              <a:spcAft>
                <a:spcPts val="0"/>
              </a:spcAft>
              <a:buNone/>
            </a:pPr>
            <a:r>
              <a:rPr b="1" lang="en-US" sz="1800">
                <a:solidFill>
                  <a:schemeClr val="dk1"/>
                </a:solidFill>
                <a:latin typeface="Trebuchet MS"/>
                <a:ea typeface="Trebuchet MS"/>
                <a:cs typeface="Trebuchet MS"/>
                <a:sym typeface="Trebuchet MS"/>
              </a:rPr>
              <a:t>Fine-Tuning (if available)</a:t>
            </a:r>
            <a:r>
              <a:rPr lang="en-US" sz="1800">
                <a:solidFill>
                  <a:schemeClr val="dk1"/>
                </a:solidFill>
                <a:latin typeface="Trebuchet MS"/>
                <a:ea typeface="Trebuchet MS"/>
                <a:cs typeface="Trebuchet MS"/>
                <a:sym typeface="Trebuchet MS"/>
              </a:rPr>
              <a:t>: For highly specialized tasks, fine-tune the AI model with custom data to improve relevance and accuracy for the specific use case.</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10"/>
          <p:cNvSpPr txBox="1"/>
          <p:nvPr/>
        </p:nvSpPr>
        <p:spPr>
          <a:xfrm>
            <a:off x="745309" y="187992"/>
            <a:ext cx="10736188" cy="523220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Trebuchet MS"/>
                <a:ea typeface="Trebuchet MS"/>
                <a:cs typeface="Trebuchet MS"/>
                <a:sym typeface="Trebuchet MS"/>
              </a:rPr>
              <a:t>Reference Links</a:t>
            </a:r>
            <a:endParaRPr/>
          </a:p>
          <a:p>
            <a:pPr indent="0" lvl="0" marL="0" marR="0" rtl="0" algn="ctr">
              <a:spcBef>
                <a:spcPts val="0"/>
              </a:spcBef>
              <a:spcAft>
                <a:spcPts val="0"/>
              </a:spcAft>
              <a:buNone/>
            </a:pPr>
            <a:r>
              <a:t/>
            </a:r>
            <a:endParaRPr sz="1800">
              <a:solidFill>
                <a:schemeClr val="dk1"/>
              </a:solidFill>
              <a:latin typeface="Trebuchet MS"/>
              <a:ea typeface="Trebuchet MS"/>
              <a:cs typeface="Trebuchet MS"/>
              <a:sym typeface="Trebuchet MS"/>
            </a:endParaRPr>
          </a:p>
          <a:p>
            <a:pPr indent="0" lvl="0" marL="0" marR="0" rtl="0" algn="ctr">
              <a:spcBef>
                <a:spcPts val="0"/>
              </a:spcBef>
              <a:spcAft>
                <a:spcPts val="0"/>
              </a:spcAft>
              <a:buNone/>
            </a:pPr>
            <a:r>
              <a:t/>
            </a:r>
            <a:endParaRPr sz="1800">
              <a:solidFill>
                <a:schemeClr val="dk1"/>
              </a:solidFill>
              <a:latin typeface="Trebuchet MS"/>
              <a:ea typeface="Trebuchet MS"/>
              <a:cs typeface="Trebuchet MS"/>
              <a:sym typeface="Trebuchet MS"/>
            </a:endParaRPr>
          </a:p>
          <a:p>
            <a:pPr indent="0" lvl="0" marL="0" marR="0" rtl="0" algn="just">
              <a:spcBef>
                <a:spcPts val="0"/>
              </a:spcBef>
              <a:spcAft>
                <a:spcPts val="0"/>
              </a:spcAft>
              <a:buNone/>
            </a:pPr>
            <a:r>
              <a:t/>
            </a:r>
            <a:endParaRPr sz="1400">
              <a:solidFill>
                <a:schemeClr val="dk1"/>
              </a:solidFill>
              <a:latin typeface="Trebuchet MS"/>
              <a:ea typeface="Trebuchet MS"/>
              <a:cs typeface="Trebuchet MS"/>
              <a:sym typeface="Trebuchet MS"/>
            </a:endParaRPr>
          </a:p>
          <a:p>
            <a:pPr indent="0" lvl="0" marL="0" marR="0" rtl="0" algn="just">
              <a:spcBef>
                <a:spcPts val="0"/>
              </a:spcBef>
              <a:spcAft>
                <a:spcPts val="0"/>
              </a:spcAft>
              <a:buNone/>
            </a:pPr>
            <a:r>
              <a:rPr lang="en-US" sz="1400" u="sng">
                <a:solidFill>
                  <a:schemeClr val="dk1"/>
                </a:solidFill>
                <a:latin typeface="Trebuchet MS"/>
                <a:ea typeface="Trebuchet MS"/>
                <a:cs typeface="Trebuchet MS"/>
                <a:sym typeface="Trebuchet MS"/>
                <a:hlinkClick r:id="rId3">
                  <a:extLst>
                    <a:ext uri="{A12FA001-AC4F-418D-AE19-62706E023703}">
                      <ahyp:hlinkClr val="tx"/>
                    </a:ext>
                  </a:extLst>
                </a:hlinkClick>
              </a:rPr>
              <a:t>https://medium.com/@aydinKerem/what-is-an-llm-agent-and-how-does-it-work-1d4d9e4381ca</a:t>
            </a:r>
            <a:endParaRPr sz="1400">
              <a:solidFill>
                <a:schemeClr val="dk1"/>
              </a:solidFill>
              <a:latin typeface="Trebuchet MS"/>
              <a:ea typeface="Trebuchet MS"/>
              <a:cs typeface="Trebuchet MS"/>
              <a:sym typeface="Trebuchet MS"/>
            </a:endParaRPr>
          </a:p>
          <a:p>
            <a:pPr indent="0" lvl="0" marL="0" marR="0" rtl="0" algn="just">
              <a:spcBef>
                <a:spcPts val="0"/>
              </a:spcBef>
              <a:spcAft>
                <a:spcPts val="0"/>
              </a:spcAft>
              <a:buNone/>
            </a:pPr>
            <a:r>
              <a:t/>
            </a:r>
            <a:endParaRPr sz="1400">
              <a:solidFill>
                <a:schemeClr val="dk1"/>
              </a:solidFill>
              <a:latin typeface="Trebuchet MS"/>
              <a:ea typeface="Trebuchet MS"/>
              <a:cs typeface="Trebuchet MS"/>
              <a:sym typeface="Trebuchet MS"/>
            </a:endParaRPr>
          </a:p>
          <a:p>
            <a:pPr indent="0" lvl="0" marL="0" marR="0" rtl="0" algn="just">
              <a:spcBef>
                <a:spcPts val="0"/>
              </a:spcBef>
              <a:spcAft>
                <a:spcPts val="0"/>
              </a:spcAft>
              <a:buNone/>
            </a:pPr>
            <a:r>
              <a:rPr lang="en-US" sz="1400" u="sng">
                <a:solidFill>
                  <a:schemeClr val="dk1"/>
                </a:solidFill>
                <a:latin typeface="Trebuchet MS"/>
                <a:ea typeface="Trebuchet MS"/>
                <a:cs typeface="Trebuchet MS"/>
                <a:sym typeface="Trebuchet MS"/>
                <a:hlinkClick r:id="rId4">
                  <a:extLst>
                    <a:ext uri="{A12FA001-AC4F-418D-AE19-62706E023703}">
                      <ahyp:hlinkClr val="tx"/>
                    </a:ext>
                  </a:extLst>
                </a:hlinkClick>
              </a:rPr>
              <a:t>https://www.ionio.ai/blog/what-is-llm-agent-ultimate-guide-to-llm-agent-with-technical-breakdown</a:t>
            </a:r>
            <a:endParaRPr sz="1400">
              <a:solidFill>
                <a:schemeClr val="dk1"/>
              </a:solidFill>
              <a:latin typeface="Trebuchet MS"/>
              <a:ea typeface="Trebuchet MS"/>
              <a:cs typeface="Trebuchet MS"/>
              <a:sym typeface="Trebuchet MS"/>
            </a:endParaRPr>
          </a:p>
          <a:p>
            <a:pPr indent="0" lvl="0" marL="0" marR="0" rtl="0" algn="just">
              <a:spcBef>
                <a:spcPts val="0"/>
              </a:spcBef>
              <a:spcAft>
                <a:spcPts val="0"/>
              </a:spcAft>
              <a:buNone/>
            </a:pPr>
            <a:r>
              <a:t/>
            </a:r>
            <a:endParaRPr sz="1400">
              <a:solidFill>
                <a:schemeClr val="dk1"/>
              </a:solidFill>
              <a:latin typeface="Trebuchet MS"/>
              <a:ea typeface="Trebuchet MS"/>
              <a:cs typeface="Trebuchet MS"/>
              <a:sym typeface="Trebuchet MS"/>
            </a:endParaRPr>
          </a:p>
          <a:p>
            <a:pPr indent="0" lvl="0" marL="0" marR="0" rtl="0" algn="just">
              <a:spcBef>
                <a:spcPts val="0"/>
              </a:spcBef>
              <a:spcAft>
                <a:spcPts val="0"/>
              </a:spcAft>
              <a:buNone/>
            </a:pPr>
            <a:r>
              <a:rPr lang="en-US" sz="1400" u="sng">
                <a:solidFill>
                  <a:schemeClr val="dk1"/>
                </a:solidFill>
                <a:latin typeface="Trebuchet MS"/>
                <a:ea typeface="Trebuchet MS"/>
                <a:cs typeface="Trebuchet MS"/>
                <a:sym typeface="Trebuchet MS"/>
                <a:hlinkClick r:id="rId5">
                  <a:extLst>
                    <a:ext uri="{A12FA001-AC4F-418D-AE19-62706E023703}">
                      <ahyp:hlinkClr val="tx"/>
                    </a:ext>
                  </a:extLst>
                </a:hlinkClick>
              </a:rPr>
              <a:t>https://stablecog.com/blog/what-is-an-ai-agent</a:t>
            </a:r>
            <a:endParaRPr sz="1400">
              <a:solidFill>
                <a:schemeClr val="dk1"/>
              </a:solidFill>
              <a:latin typeface="Trebuchet MS"/>
              <a:ea typeface="Trebuchet MS"/>
              <a:cs typeface="Trebuchet MS"/>
              <a:sym typeface="Trebuchet MS"/>
            </a:endParaRPr>
          </a:p>
          <a:p>
            <a:pPr indent="0" lvl="0" marL="0" marR="0" rtl="0" algn="just">
              <a:spcBef>
                <a:spcPts val="0"/>
              </a:spcBef>
              <a:spcAft>
                <a:spcPts val="0"/>
              </a:spcAft>
              <a:buNone/>
            </a:pPr>
            <a:r>
              <a:t/>
            </a:r>
            <a:endParaRPr sz="1400">
              <a:solidFill>
                <a:schemeClr val="dk1"/>
              </a:solidFill>
              <a:latin typeface="Trebuchet MS"/>
              <a:ea typeface="Trebuchet MS"/>
              <a:cs typeface="Trebuchet MS"/>
              <a:sym typeface="Trebuchet MS"/>
            </a:endParaRPr>
          </a:p>
          <a:p>
            <a:pPr indent="0" lvl="0" marL="0" marR="0" rtl="0" algn="just">
              <a:spcBef>
                <a:spcPts val="0"/>
              </a:spcBef>
              <a:spcAft>
                <a:spcPts val="0"/>
              </a:spcAft>
              <a:buNone/>
            </a:pPr>
            <a:r>
              <a:rPr lang="en-US" sz="1400" u="sng">
                <a:solidFill>
                  <a:schemeClr val="dk1"/>
                </a:solidFill>
                <a:latin typeface="Trebuchet MS"/>
                <a:ea typeface="Trebuchet MS"/>
                <a:cs typeface="Trebuchet MS"/>
                <a:sym typeface="Trebuchet MS"/>
                <a:hlinkClick r:id="rId6">
                  <a:extLst>
                    <a:ext uri="{A12FA001-AC4F-418D-AE19-62706E023703}">
                      <ahyp:hlinkClr val="tx"/>
                    </a:ext>
                  </a:extLst>
                </a:hlinkClick>
              </a:rPr>
              <a:t>https://www.brainvire.com/blog/understanding-ai-agents-features-applications-and-deployment/</a:t>
            </a:r>
            <a:endParaRPr sz="1400">
              <a:solidFill>
                <a:schemeClr val="dk1"/>
              </a:solidFill>
              <a:latin typeface="Trebuchet MS"/>
              <a:ea typeface="Trebuchet MS"/>
              <a:cs typeface="Trebuchet MS"/>
              <a:sym typeface="Trebuchet MS"/>
            </a:endParaRPr>
          </a:p>
          <a:p>
            <a:pPr indent="0" lvl="0" marL="0" marR="0" rtl="0" algn="just">
              <a:spcBef>
                <a:spcPts val="0"/>
              </a:spcBef>
              <a:spcAft>
                <a:spcPts val="0"/>
              </a:spcAft>
              <a:buNone/>
            </a:pPr>
            <a:r>
              <a:t/>
            </a:r>
            <a:endParaRPr sz="1400">
              <a:solidFill>
                <a:schemeClr val="dk1"/>
              </a:solidFill>
              <a:latin typeface="Trebuchet MS"/>
              <a:ea typeface="Trebuchet MS"/>
              <a:cs typeface="Trebuchet MS"/>
              <a:sym typeface="Trebuchet MS"/>
            </a:endParaRPr>
          </a:p>
          <a:p>
            <a:pPr indent="0" lvl="0" marL="0" marR="0" rtl="0" algn="just">
              <a:spcBef>
                <a:spcPts val="0"/>
              </a:spcBef>
              <a:spcAft>
                <a:spcPts val="0"/>
              </a:spcAft>
              <a:buNone/>
            </a:pPr>
            <a:r>
              <a:rPr lang="en-US" sz="1400" u="sng">
                <a:solidFill>
                  <a:schemeClr val="dk1"/>
                </a:solidFill>
                <a:latin typeface="Trebuchet MS"/>
                <a:ea typeface="Trebuchet MS"/>
                <a:cs typeface="Trebuchet MS"/>
                <a:sym typeface="Trebuchet MS"/>
                <a:hlinkClick r:id="rId7">
                  <a:extLst>
                    <a:ext uri="{A12FA001-AC4F-418D-AE19-62706E023703}">
                      <ahyp:hlinkClr val="tx"/>
                    </a:ext>
                  </a:extLst>
                </a:hlinkClick>
              </a:rPr>
              <a:t>https://www.linkedin.com/pulse/agent-ai-new-era-intelligent-app-development-tarun-sharma-laffc/</a:t>
            </a:r>
            <a:endParaRPr sz="1400" u="sng">
              <a:solidFill>
                <a:schemeClr val="dk1"/>
              </a:solidFill>
              <a:latin typeface="Trebuchet MS"/>
              <a:ea typeface="Trebuchet MS"/>
              <a:cs typeface="Trebuchet MS"/>
              <a:sym typeface="Trebuchet MS"/>
              <a:hlinkClick r:id="rId8">
                <a:extLst>
                  <a:ext uri="{A12FA001-AC4F-418D-AE19-62706E023703}">
                    <ahyp:hlinkClr val="tx"/>
                  </a:ext>
                </a:extLst>
              </a:hlinkClick>
            </a:endParaRPr>
          </a:p>
          <a:p>
            <a:pPr indent="0" lvl="0" marL="0" marR="0" rtl="0" algn="just">
              <a:spcBef>
                <a:spcPts val="0"/>
              </a:spcBef>
              <a:spcAft>
                <a:spcPts val="0"/>
              </a:spcAft>
              <a:buNone/>
            </a:pPr>
            <a:r>
              <a:t/>
            </a:r>
            <a:endParaRPr sz="1400">
              <a:solidFill>
                <a:srgbClr val="000000"/>
              </a:solidFill>
              <a:latin typeface="Trebuchet MS"/>
              <a:ea typeface="Trebuchet MS"/>
              <a:cs typeface="Trebuchet MS"/>
              <a:sym typeface="Trebuchet MS"/>
            </a:endParaRPr>
          </a:p>
          <a:p>
            <a:pPr indent="0" lvl="0" marL="0" marR="0" rtl="0" algn="just">
              <a:spcBef>
                <a:spcPts val="0"/>
              </a:spcBef>
              <a:spcAft>
                <a:spcPts val="0"/>
              </a:spcAft>
              <a:buNone/>
            </a:pPr>
            <a:r>
              <a:rPr lang="en-US" sz="1400" u="sng">
                <a:solidFill>
                  <a:schemeClr val="dk1"/>
                </a:solidFill>
                <a:latin typeface="Trebuchet MS"/>
                <a:ea typeface="Trebuchet MS"/>
                <a:cs typeface="Trebuchet MS"/>
                <a:sym typeface="Trebuchet MS"/>
                <a:hlinkClick r:id="rId9">
                  <a:extLst>
                    <a:ext uri="{A12FA001-AC4F-418D-AE19-62706E023703}">
                      <ahyp:hlinkClr val="tx"/>
                    </a:ext>
                  </a:extLst>
                </a:hlinkClick>
              </a:rPr>
              <a:t>https://platform.openai.com/docs/overview</a:t>
            </a:r>
            <a:endParaRPr sz="1800" u="sng">
              <a:solidFill>
                <a:schemeClr val="dk1"/>
              </a:solidFill>
              <a:latin typeface="Trebuchet MS"/>
              <a:ea typeface="Trebuchet MS"/>
              <a:cs typeface="Trebuchet MS"/>
              <a:sym typeface="Trebuchet MS"/>
              <a:hlinkClick r:id="rId10">
                <a:extLst>
                  <a:ext uri="{A12FA001-AC4F-418D-AE19-62706E023703}">
                    <ahyp:hlinkClr val="tx"/>
                  </a:ext>
                </a:extLst>
              </a:hlinkClick>
            </a:endParaRPr>
          </a:p>
          <a:p>
            <a:pPr indent="0" lvl="0" marL="0" marR="0" rtl="0" algn="just">
              <a:spcBef>
                <a:spcPts val="0"/>
              </a:spcBef>
              <a:spcAft>
                <a:spcPts val="0"/>
              </a:spcAft>
              <a:buNone/>
            </a:pPr>
            <a:r>
              <a:t/>
            </a:r>
            <a:endParaRPr sz="1400">
              <a:solidFill>
                <a:schemeClr val="dk1"/>
              </a:solidFill>
              <a:latin typeface="Trebuchet MS"/>
              <a:ea typeface="Trebuchet MS"/>
              <a:cs typeface="Trebuchet MS"/>
              <a:sym typeface="Trebuchet MS"/>
            </a:endParaRPr>
          </a:p>
          <a:p>
            <a:pPr indent="0" lvl="0" marL="0" marR="0" rtl="0" algn="just">
              <a:spcBef>
                <a:spcPts val="0"/>
              </a:spcBef>
              <a:spcAft>
                <a:spcPts val="0"/>
              </a:spcAft>
              <a:buNone/>
            </a:pPr>
            <a:r>
              <a:rPr lang="en-US" sz="1400" u="sng">
                <a:solidFill>
                  <a:schemeClr val="dk1"/>
                </a:solidFill>
                <a:latin typeface="Trebuchet MS"/>
                <a:ea typeface="Trebuchet MS"/>
                <a:cs typeface="Trebuchet MS"/>
                <a:sym typeface="Trebuchet MS"/>
                <a:hlinkClick r:id="rId11">
                  <a:extLst>
                    <a:ext uri="{A12FA001-AC4F-418D-AE19-62706E023703}">
                      <ahyp:hlinkClr val="tx"/>
                    </a:ext>
                  </a:extLst>
                </a:hlinkClick>
              </a:rPr>
              <a:t>https://zapier.com/blog/claude-api/</a:t>
            </a:r>
            <a:endParaRPr sz="1400">
              <a:solidFill>
                <a:schemeClr val="dk1"/>
              </a:solidFill>
              <a:latin typeface="Trebuchet MS"/>
              <a:ea typeface="Trebuchet MS"/>
              <a:cs typeface="Trebuchet MS"/>
              <a:sym typeface="Trebuchet MS"/>
            </a:endParaRPr>
          </a:p>
          <a:p>
            <a:pPr indent="0" lvl="0" marL="0" marR="0" rtl="0" algn="just">
              <a:spcBef>
                <a:spcPts val="0"/>
              </a:spcBef>
              <a:spcAft>
                <a:spcPts val="0"/>
              </a:spcAft>
              <a:buNone/>
            </a:pPr>
            <a:r>
              <a:t/>
            </a:r>
            <a:endParaRPr sz="1400">
              <a:solidFill>
                <a:schemeClr val="dk1"/>
              </a:solidFill>
              <a:latin typeface="Trebuchet MS"/>
              <a:ea typeface="Trebuchet MS"/>
              <a:cs typeface="Trebuchet MS"/>
              <a:sym typeface="Trebuchet MS"/>
            </a:endParaRPr>
          </a:p>
          <a:p>
            <a:pPr indent="0" lvl="0" marL="0" marR="0" rtl="0" algn="just">
              <a:spcBef>
                <a:spcPts val="0"/>
              </a:spcBef>
              <a:spcAft>
                <a:spcPts val="0"/>
              </a:spcAft>
              <a:buNone/>
            </a:pPr>
            <a:r>
              <a:rPr lang="en-US" sz="1400" u="sng">
                <a:solidFill>
                  <a:schemeClr val="dk1"/>
                </a:solidFill>
                <a:latin typeface="Trebuchet MS"/>
                <a:ea typeface="Trebuchet MS"/>
                <a:cs typeface="Trebuchet MS"/>
                <a:sym typeface="Trebuchet MS"/>
                <a:hlinkClick r:id="rId12">
                  <a:extLst>
                    <a:ext uri="{A12FA001-AC4F-418D-AE19-62706E023703}">
                      <ahyp:hlinkClr val="tx"/>
                    </a:ext>
                  </a:extLst>
                </a:hlinkClick>
              </a:rPr>
              <a:t>https://docs.anthropic.com/en/api/getting-started</a:t>
            </a:r>
            <a:endParaRPr sz="1400" u="sng">
              <a:solidFill>
                <a:schemeClr val="dk1"/>
              </a:solidFill>
              <a:latin typeface="Trebuchet MS"/>
              <a:ea typeface="Trebuchet MS"/>
              <a:cs typeface="Trebuchet MS"/>
              <a:sym typeface="Trebuchet MS"/>
              <a:hlinkClick r:id="rId13">
                <a:extLst>
                  <a:ext uri="{A12FA001-AC4F-418D-AE19-62706E023703}">
                    <ahyp:hlinkClr val="tx"/>
                  </a:ext>
                </a:extLst>
              </a:hlinkClick>
            </a:endParaRPr>
          </a:p>
          <a:p>
            <a:pPr indent="0" lvl="0" marL="0" marR="0" rtl="0" algn="just">
              <a:spcBef>
                <a:spcPts val="0"/>
              </a:spcBef>
              <a:spcAft>
                <a:spcPts val="0"/>
              </a:spcAft>
              <a:buNone/>
            </a:pPr>
            <a:r>
              <a:t/>
            </a:r>
            <a:endParaRPr sz="1400">
              <a:solidFill>
                <a:srgbClr val="0D0D0D"/>
              </a:solidFill>
              <a:latin typeface="Trebuchet MS"/>
              <a:ea typeface="Trebuchet MS"/>
              <a:cs typeface="Trebuchet MS"/>
              <a:sym typeface="Trebuchet MS"/>
            </a:endParaRPr>
          </a:p>
          <a:p>
            <a:pPr indent="0" lvl="0" marL="0" marR="0" rtl="0" algn="just">
              <a:spcBef>
                <a:spcPts val="0"/>
              </a:spcBef>
              <a:spcAft>
                <a:spcPts val="0"/>
              </a:spcAft>
              <a:buNone/>
            </a:pPr>
            <a:r>
              <a:t/>
            </a:r>
            <a:endParaRPr sz="1400">
              <a:solidFill>
                <a:srgbClr val="0D0D0D"/>
              </a:solidFill>
              <a:latin typeface="Trebuchet MS"/>
              <a:ea typeface="Trebuchet MS"/>
              <a:cs typeface="Trebuchet MS"/>
              <a:sym typeface="Trebuchet MS"/>
            </a:endParaRPr>
          </a:p>
          <a:p>
            <a:pPr indent="0" lvl="0" marL="0" marR="0" rtl="0" algn="just">
              <a:spcBef>
                <a:spcPts val="0"/>
              </a:spcBef>
              <a:spcAft>
                <a:spcPts val="0"/>
              </a:spcAft>
              <a:buNone/>
            </a:pPr>
            <a:r>
              <a:t/>
            </a:r>
            <a:endParaRPr sz="1400">
              <a:solidFill>
                <a:srgbClr val="0D0D0D"/>
              </a:solidFill>
              <a:latin typeface="Trebuchet MS"/>
              <a:ea typeface="Trebuchet MS"/>
              <a:cs typeface="Trebuchet MS"/>
              <a:sym typeface="Trebuchet MS"/>
            </a:endParaRPr>
          </a:p>
          <a:p>
            <a:pPr indent="0" lvl="0" marL="0" marR="0" rtl="0" algn="ctr">
              <a:spcBef>
                <a:spcPts val="0"/>
              </a:spcBef>
              <a:spcAft>
                <a:spcPts val="0"/>
              </a:spcAft>
              <a:buNone/>
            </a:pPr>
            <a:r>
              <a:t/>
            </a:r>
            <a:endParaRPr sz="1400">
              <a:solidFill>
                <a:srgbClr val="000000"/>
              </a:solidFill>
              <a:latin typeface="Trebuchet MS"/>
              <a:ea typeface="Trebuchet MS"/>
              <a:cs typeface="Trebuchet MS"/>
              <a:sym typeface="Trebuchet MS"/>
            </a:endParaRPr>
          </a:p>
        </p:txBody>
      </p:sp>
    </p:spTree>
  </p:cSld>
  <p:clrMapOvr>
    <a:masterClrMapping/>
  </p:clrMapOvr>
</p:sld>
</file>

<file path=ppt/theme/theme1.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2024-10-18T02:53:38Z</dcterms:created>
</cp:coreProperties>
</file>